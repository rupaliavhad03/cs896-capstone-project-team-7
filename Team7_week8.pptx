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62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3BC7E1B-1496-4CF2-BE24-A0397CCD2587}">
          <p14:sldIdLst>
            <p14:sldId id="262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585A"/>
    <a:srgbClr val="DBD9DA"/>
    <a:srgbClr val="FFFF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FD9A79-4B8D-4F6D-BCBA-FA7E96F856D9}" v="62" dt="2026-03-12T03:05:27.1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53077" autoAdjust="0"/>
  </p:normalViewPr>
  <p:slideViewPr>
    <p:cSldViewPr snapToGrid="0" snapToObjects="1">
      <p:cViewPr varScale="1">
        <p:scale>
          <a:sx n="56" d="100"/>
          <a:sy n="56" d="100"/>
        </p:scale>
        <p:origin x="102" y="16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5" d="100"/>
          <a:sy n="85" d="100"/>
        </p:scale>
        <p:origin x="109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5E549EA-A729-3D45-8B4D-22B7EBF5C6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97E04D-ECCF-9144-940C-119F342EF95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43F512-30E2-3F46-8010-5659AF98CC3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0344F1-5767-0541-B208-C6A9788E85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6DBA68-A779-A547-8605-413DDCAEB5E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A2CB1-9001-FD49-B675-3F6AB6B0D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0826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3E9FAA-CE99-9243-980C-708A50330DC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66AF33-FE8D-0F43-AD85-A52C3F99E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18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6AF33-FE8D-0F43-AD85-A52C3F99ED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157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8C1D0-E519-7998-2473-C60D75B0E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50DD82-B3E4-1D15-FFC3-B20BE43966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F3A7BE-89B0-50F0-C999-E79C700E4C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40858-1397-E3F6-E0C4-A957EE8BF6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6AF33-FE8D-0F43-AD85-A52C3F99ED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73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02AFA-44D0-F744-8BDD-C2802771C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03487"/>
            <a:ext cx="9144000" cy="1006475"/>
          </a:xfrm>
        </p:spPr>
        <p:txBody>
          <a:bodyPr anchor="b"/>
          <a:lstStyle>
            <a:lvl1pPr algn="ctr">
              <a:defRPr sz="6000" baseline="0"/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ABA64A-8634-5140-B60F-09086C669D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pic>
        <p:nvPicPr>
          <p:cNvPr id="9" name="Picture 8" descr="The logo for Wichita State University." title="Wichita State University Logo">
            <a:extLst>
              <a:ext uri="{FF2B5EF4-FFF2-40B4-BE49-F238E27FC236}">
                <a16:creationId xmlns:a16="http://schemas.microsoft.com/office/drawing/2014/main" id="{1ADE4355-A3B2-6449-9D1C-9F7D8F1789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01073" y="1192211"/>
            <a:ext cx="4189854" cy="96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129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4AE9C-BCE1-134F-9AA5-36AC0166BA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0" y="300039"/>
            <a:ext cx="8503920" cy="9572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1-Column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2DADA-DA3F-374B-8A2B-B0B5F1A463F1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57CC7-E80B-4E43-9A8C-58FE70FDA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4A545-610A-3246-BBF7-82AC132EB6A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4C005-7FB8-3D4C-96BE-CD8E4D136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D0C98-1C77-A04F-96D7-2FB871DF4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47F3-F4BF-2C46-AC54-645A1178D8F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&quot;WSU&quot; logo for Wichita State University." title="WSU Logo">
            <a:extLst>
              <a:ext uri="{FF2B5EF4-FFF2-40B4-BE49-F238E27FC236}">
                <a16:creationId xmlns:a16="http://schemas.microsoft.com/office/drawing/2014/main" id="{33B1789B-D0E4-4F47-8C64-CCCFE5CB89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/>
          </a:blip>
          <a:srcRect b="37252"/>
          <a:stretch/>
        </p:blipFill>
        <p:spPr>
          <a:xfrm>
            <a:off x="-28576" y="111919"/>
            <a:ext cx="2030521" cy="113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457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DDA10-D4F1-1246-AC76-4E99217B7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0" y="301752"/>
            <a:ext cx="8503920" cy="9601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2-Column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7A247-7DFC-E446-938A-2CA021AE3ED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5206B-3FC0-CE41-90B0-155B2B1C6F2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F86D33-CD83-4040-BB1F-306A4D9B8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4A545-610A-3246-BBF7-82AC132EB6A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B5D88-544F-964C-84FC-051762122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67E06-089A-6846-8B48-B3A0F23DC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47F3-F4BF-2C46-AC54-645A1178D8F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&quot;WSU&quot; logo for Wichita State University." title="WSU Logo">
            <a:extLst>
              <a:ext uri="{FF2B5EF4-FFF2-40B4-BE49-F238E27FC236}">
                <a16:creationId xmlns:a16="http://schemas.microsoft.com/office/drawing/2014/main" id="{BC3239E5-4689-FA43-AAF6-CE4F83EE41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/>
          </a:blip>
          <a:srcRect b="37252"/>
          <a:stretch/>
        </p:blipFill>
        <p:spPr>
          <a:xfrm>
            <a:off x="-28576" y="111919"/>
            <a:ext cx="2030521" cy="113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98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B0318-CC45-A342-AEE3-670F36387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57E59-4F7B-3B4C-B9E7-67DE80EDB61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Or Alternative Title 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DE7E8-47E7-104E-BF54-359C263C9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4A545-610A-3246-BBF7-82AC132EB6A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DE16E-EEEB-F04D-B629-FBE01C97F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47F99-D730-2641-86EF-84BCC74BA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47F3-F4BF-2C46-AC54-645A1178D8F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&quot;WSU&quot; logo for Wichita State University." title="WSU Logo">
            <a:extLst>
              <a:ext uri="{FF2B5EF4-FFF2-40B4-BE49-F238E27FC236}">
                <a16:creationId xmlns:a16="http://schemas.microsoft.com/office/drawing/2014/main" id="{0747E5A0-53E7-3649-A4F4-D53323CF50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/>
          </a:blip>
          <a:srcRect b="37252"/>
          <a:stretch/>
        </p:blipFill>
        <p:spPr>
          <a:xfrm>
            <a:off x="-28576" y="111919"/>
            <a:ext cx="2030521" cy="113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550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EE8205-8020-9E43-BDC9-8F0646FB4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D0D22-4086-394C-A571-C6BB444D3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091FC-EF27-E34B-B5FE-194D933C90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4A545-610A-3246-BBF7-82AC132EB6A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71301-3F06-5A49-A699-BBCBCEEE5F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4BA5A-8069-9D49-A99F-3AD1783CE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147F3-F4BF-2C46-AC54-645A1178D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485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Science Capstone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09358"/>
            <a:ext cx="9144000" cy="2191110"/>
          </a:xfrm>
        </p:spPr>
        <p:txBody>
          <a:bodyPr>
            <a:normAutofit fontScale="70000" lnSpcReduction="20000"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Governments Survey</a:t>
            </a:r>
          </a:p>
          <a:p>
            <a:b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/>
              <a:t>Team #7</a:t>
            </a:r>
            <a:br>
              <a:rPr lang="en-US" sz="3600" dirty="0"/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Anudeepthi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Chirumamilla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Y828R524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Rupali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Avhad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d798z925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Teja Sree Mukkapati-Q389W584</a:t>
            </a:r>
            <a:endParaRPr lang="en-US" sz="3600" dirty="0"/>
          </a:p>
          <a:p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26726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8457F-BC40-3D86-675B-98B87592B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AC6F8-FB56-8143-7FC5-CFC861BF3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Progress Update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49013-77F4-389C-DBE3-2FE07ACC8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930"/>
            <a:ext cx="10515600" cy="4351338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week</a:t>
            </a:r>
            <a:r>
              <a:rPr lang="en-US" alt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(Deliverables)</a:t>
            </a:r>
            <a:br>
              <a:rPr lang="en-US" alt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the variables and structure of the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CivicPulse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response dataset.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Excel to review the survey codebooks and understand the variables conceptually.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week</a:t>
            </a:r>
            <a:r>
              <a:rPr lang="en-US" altLang="en-US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(Deliverables)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A104895-6EAC-0C09-11BB-C5E258238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430" y="4808707"/>
            <a:ext cx="10846239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Reviewed both datasets to develop a crosswalk to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align related variables.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was used to create harmonized datasets that are prepared for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additional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1323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12E3A-798B-A0C4-BE87-C07A97FF9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Crosswalk Process Overview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F49E02F-7155-88BE-7EBB-FF97EF4F6E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3142" y="1874728"/>
            <a:ext cx="10523221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Excel Review: To identify similar variables across the datasets, Excel was used to examine the survey codebooks and obtain a conceptual understanding of the variables.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Implementation: The crosswalk was implemented using Python, and harmonized variables were programmatically created for additional analysis.</a:t>
            </a:r>
          </a:p>
        </p:txBody>
      </p:sp>
    </p:spTree>
    <p:extLst>
      <p:ext uri="{BB962C8B-B14F-4D97-AF65-F5344CB8AC3E}">
        <p14:creationId xmlns:p14="http://schemas.microsoft.com/office/powerpoint/2010/main" val="3775701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9475C-0ECD-1F16-7914-8AEED62B9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DC4A48-7826-73BF-169F-FA4DDC87E33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307348" y="2028029"/>
            <a:ext cx="5181600" cy="3635977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8B2A5C-37EA-EA20-1DC5-214F9A4352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6623" y="1499275"/>
            <a:ext cx="5181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Loaded and examined both the  datasets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row represents a respondent and each column represents a survey variable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5047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B32C7-85B5-BD3C-CD13-12DF6A259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Name Standardization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BBCEB-5708-520E-E9C0-79835F37D7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2272" y="1615866"/>
            <a:ext cx="4596442" cy="4351338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defines the </a:t>
            </a:r>
            <a:r>
              <a:rPr lang="en-US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clean_columns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function, which standardizes and cleans column names.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all variable names to lowercase and replaced spaces and special characters with underscores.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consistent variable naming before performing the crosswalk mapping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88954B2-F312-4BDE-6D77-EB5EBBC1B3C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537494" y="1397479"/>
            <a:ext cx="7522234" cy="498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495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1D1BE-6B54-B8C5-AE14-24FE3B2AB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7EA31-9C78-65B1-91F8-32FD7383AA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both the datasets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text fields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1B8914E-5D73-252D-9E67-AC67C50F737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27420" y="1570458"/>
            <a:ext cx="5334000" cy="16040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2570EA-812E-F726-8D4F-1EE31DBBB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2" y="4001294"/>
            <a:ext cx="5507964" cy="150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120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662E5-5F2E-73AD-5CB1-35412E042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Crosswalk Variable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01D8F-F805-3370-5E72-055C1B0AF3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544683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the crosswalk mapping between the ARISE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CivicPulse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common_vars_map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 specifies which ARISE variables match which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CivicPulse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variables. 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0A1547-D584-7E2F-FEEA-02099CAFE4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438955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entry follows this structure: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Harmonized variables name -&gt; [ARISE variable,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CivicPulse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variable]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2763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2F7527A-44DF-D455-EAF9-067EAEADF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Crosswalk table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4235E8A-0C35-7623-F6FE-8E69F4A11A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83078" y="1257301"/>
            <a:ext cx="13370942" cy="510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685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FC49B-FB49-7E62-B3C3-C2CB5EC34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Harmonized Variables to Datasets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ACA276-344C-49D1-CFC7-AF96127D91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0614" y="2007292"/>
            <a:ext cx="10876473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dded harmonized variables to the original ARISE and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CivicPulse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datasets using the crosswalk mapping.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variable columns were created to represent the same ideas in both datasets.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Harmonized variables are now included in updated datasets, allowing for consistent comparison and analysis.</a:t>
            </a:r>
          </a:p>
        </p:txBody>
      </p:sp>
    </p:spTree>
    <p:extLst>
      <p:ext uri="{BB962C8B-B14F-4D97-AF65-F5344CB8AC3E}">
        <p14:creationId xmlns:p14="http://schemas.microsoft.com/office/powerpoint/2010/main" val="1197691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74784-4F75-E853-15F7-F0BCE6967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D798600-A62C-5AAB-CC3D-93DACDE14D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853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97AE7-F40A-7D6B-8187-08D1BD0A2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428AC-F07C-CBA2-CFA6-1EF429200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week deliverables :</a:t>
            </a:r>
            <a:b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next phase, we will analyze the harmonized variables and generate summary statistics and visualizations to compare patterns across the ARISE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CivicPulse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datasets.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541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SU Template - Accessible" id="{C9EEBB27-A160-0549-93BB-57AA507F1703}" vid="{32148866-FC3F-5F4F-BF9C-13255541B68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4454</TotalTime>
  <Words>349</Words>
  <Application>Microsoft Office PowerPoint</Application>
  <PresentationFormat>Widescreen</PresentationFormat>
  <Paragraphs>42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Data Science Capstone Project</vt:lpstr>
      <vt:lpstr>Project Progress Update</vt:lpstr>
      <vt:lpstr>Crosswalk Process Overview</vt:lpstr>
      <vt:lpstr>Dataset Overview</vt:lpstr>
      <vt:lpstr>Column Name Standardization</vt:lpstr>
      <vt:lpstr>Data Cleaning</vt:lpstr>
      <vt:lpstr>Crosswalk Variable Mapping</vt:lpstr>
      <vt:lpstr>Crosswalk table </vt:lpstr>
      <vt:lpstr>Adding Harmonized Variables to Datasets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Wilson, Caleb</dc:creator>
  <cp:lastModifiedBy>Anudeepthi Ch</cp:lastModifiedBy>
  <cp:revision>167</cp:revision>
  <dcterms:created xsi:type="dcterms:W3CDTF">2018-06-18T13:40:31Z</dcterms:created>
  <dcterms:modified xsi:type="dcterms:W3CDTF">2026-03-12T03:10:09Z</dcterms:modified>
</cp:coreProperties>
</file>