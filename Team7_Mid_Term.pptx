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handoutMasterIdLst>
    <p:handoutMasterId r:id="rId31"/>
  </p:handoutMasterIdLst>
  <p:sldIdLst>
    <p:sldId id="262" r:id="rId2"/>
    <p:sldId id="274" r:id="rId3"/>
    <p:sldId id="275" r:id="rId4"/>
    <p:sldId id="276" r:id="rId5"/>
    <p:sldId id="291" r:id="rId6"/>
    <p:sldId id="292" r:id="rId7"/>
    <p:sldId id="277" r:id="rId8"/>
    <p:sldId id="278" r:id="rId9"/>
    <p:sldId id="279" r:id="rId10"/>
    <p:sldId id="280" r:id="rId11"/>
    <p:sldId id="290" r:id="rId12"/>
    <p:sldId id="281" r:id="rId13"/>
    <p:sldId id="265" r:id="rId14"/>
    <p:sldId id="282" r:id="rId15"/>
    <p:sldId id="283" r:id="rId16"/>
    <p:sldId id="284" r:id="rId17"/>
    <p:sldId id="285" r:id="rId18"/>
    <p:sldId id="266" r:id="rId19"/>
    <p:sldId id="267" r:id="rId20"/>
    <p:sldId id="268" r:id="rId21"/>
    <p:sldId id="286" r:id="rId22"/>
    <p:sldId id="269" r:id="rId23"/>
    <p:sldId id="270" r:id="rId24"/>
    <p:sldId id="271" r:id="rId25"/>
    <p:sldId id="272" r:id="rId26"/>
    <p:sldId id="288" r:id="rId27"/>
    <p:sldId id="287" r:id="rId28"/>
    <p:sldId id="28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3BC7E1B-1496-4CF2-BE24-A0397CCD2587}">
          <p14:sldIdLst>
            <p14:sldId id="262"/>
            <p14:sldId id="274"/>
            <p14:sldId id="275"/>
            <p14:sldId id="276"/>
            <p14:sldId id="291"/>
            <p14:sldId id="292"/>
            <p14:sldId id="277"/>
            <p14:sldId id="278"/>
            <p14:sldId id="279"/>
            <p14:sldId id="280"/>
            <p14:sldId id="290"/>
            <p14:sldId id="281"/>
            <p14:sldId id="265"/>
            <p14:sldId id="282"/>
            <p14:sldId id="283"/>
            <p14:sldId id="284"/>
            <p14:sldId id="285"/>
            <p14:sldId id="266"/>
            <p14:sldId id="267"/>
            <p14:sldId id="268"/>
            <p14:sldId id="286"/>
            <p14:sldId id="269"/>
            <p14:sldId id="270"/>
            <p14:sldId id="271"/>
            <p14:sldId id="272"/>
            <p14:sldId id="288"/>
            <p14:sldId id="287"/>
            <p14:sldId id="28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585A"/>
    <a:srgbClr val="DBD9DA"/>
    <a:srgbClr val="FFFF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B0F81A-C5BB-4D13-B0F8-A1B7F6C2FEE5}" v="51" dt="2026-03-24T15:30:01.0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53077" autoAdjust="0"/>
  </p:normalViewPr>
  <p:slideViewPr>
    <p:cSldViewPr snapToGrid="0" snapToObjects="1">
      <p:cViewPr>
        <p:scale>
          <a:sx n="80" d="100"/>
          <a:sy n="80" d="100"/>
        </p:scale>
        <p:origin x="-226" y="5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5" d="100"/>
          <a:sy n="85" d="100"/>
        </p:scale>
        <p:origin x="1098"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asree Chowdary" userId="f9ab6bb23fde6029" providerId="LiveId" clId="{78F865DD-2890-4FC2-9E43-9CB3BC635BD2}"/>
    <pc:docChg chg="undo custSel addSld delSld modSld sldOrd modSection">
      <pc:chgData name="Tejasree Chowdary" userId="f9ab6bb23fde6029" providerId="LiveId" clId="{78F865DD-2890-4FC2-9E43-9CB3BC635BD2}" dt="2026-03-24T15:30:35.567" v="350" actId="5793"/>
      <pc:docMkLst>
        <pc:docMk/>
      </pc:docMkLst>
      <pc:sldChg chg="modSp mod">
        <pc:chgData name="Tejasree Chowdary" userId="f9ab6bb23fde6029" providerId="LiveId" clId="{78F865DD-2890-4FC2-9E43-9CB3BC635BD2}" dt="2026-03-24T15:09:03.507" v="178" actId="2711"/>
        <pc:sldMkLst>
          <pc:docMk/>
          <pc:sldMk cId="2926726418" sldId="262"/>
        </pc:sldMkLst>
        <pc:spChg chg="mod">
          <ac:chgData name="Tejasree Chowdary" userId="f9ab6bb23fde6029" providerId="LiveId" clId="{78F865DD-2890-4FC2-9E43-9CB3BC635BD2}" dt="2026-03-24T15:09:03.507" v="178" actId="2711"/>
          <ac:spMkLst>
            <pc:docMk/>
            <pc:sldMk cId="2926726418" sldId="262"/>
            <ac:spMk id="2" creationId="{00000000-0000-0000-0000-000000000000}"/>
          </ac:spMkLst>
        </pc:spChg>
        <pc:spChg chg="mod">
          <ac:chgData name="Tejasree Chowdary" userId="f9ab6bb23fde6029" providerId="LiveId" clId="{78F865DD-2890-4FC2-9E43-9CB3BC635BD2}" dt="2026-03-24T14:32:09.295" v="4" actId="20577"/>
          <ac:spMkLst>
            <pc:docMk/>
            <pc:sldMk cId="2926726418" sldId="262"/>
            <ac:spMk id="3" creationId="{00000000-0000-0000-0000-000000000000}"/>
          </ac:spMkLst>
        </pc:spChg>
      </pc:sldChg>
      <pc:sldChg chg="delSp modSp del mod">
        <pc:chgData name="Tejasree Chowdary" userId="f9ab6bb23fde6029" providerId="LiveId" clId="{78F865DD-2890-4FC2-9E43-9CB3BC635BD2}" dt="2026-03-24T15:15:19.234" v="225" actId="47"/>
        <pc:sldMkLst>
          <pc:docMk/>
          <pc:sldMk cId="481323356" sldId="264"/>
        </pc:sldMkLst>
        <pc:spChg chg="mod">
          <ac:chgData name="Tejasree Chowdary" userId="f9ab6bb23fde6029" providerId="LiveId" clId="{78F865DD-2890-4FC2-9E43-9CB3BC635BD2}" dt="2026-03-24T14:48:28.510" v="113"/>
          <ac:spMkLst>
            <pc:docMk/>
            <pc:sldMk cId="481323356" sldId="264"/>
            <ac:spMk id="2" creationId="{F2FAC6F8-FB56-8143-7FC5-CFC861BF3C82}"/>
          </ac:spMkLst>
        </pc:spChg>
        <pc:spChg chg="mod">
          <ac:chgData name="Tejasree Chowdary" userId="f9ab6bb23fde6029" providerId="LiveId" clId="{78F865DD-2890-4FC2-9E43-9CB3BC635BD2}" dt="2026-03-24T14:48:42.540" v="116" actId="5793"/>
          <ac:spMkLst>
            <pc:docMk/>
            <pc:sldMk cId="481323356" sldId="264"/>
            <ac:spMk id="3" creationId="{CC649013-77F4-389C-DBE3-2FE07ACC8FD3}"/>
          </ac:spMkLst>
        </pc:spChg>
        <pc:spChg chg="del mod">
          <ac:chgData name="Tejasree Chowdary" userId="f9ab6bb23fde6029" providerId="LiveId" clId="{78F865DD-2890-4FC2-9E43-9CB3BC635BD2}" dt="2026-03-24T14:40:11.441" v="54"/>
          <ac:spMkLst>
            <pc:docMk/>
            <pc:sldMk cId="481323356" sldId="264"/>
            <ac:spMk id="6" creationId="{FA104895-6EAC-0C09-11BB-C5E258238FB6}"/>
          </ac:spMkLst>
        </pc:spChg>
      </pc:sldChg>
      <pc:sldChg chg="addSp delSp modSp mod ord modClrScheme chgLayout">
        <pc:chgData name="Tejasree Chowdary" userId="f9ab6bb23fde6029" providerId="LiveId" clId="{78F865DD-2890-4FC2-9E43-9CB3BC635BD2}" dt="2026-03-24T15:18:21.236" v="236" actId="2711"/>
        <pc:sldMkLst>
          <pc:docMk/>
          <pc:sldMk cId="3775701300" sldId="265"/>
        </pc:sldMkLst>
        <pc:spChg chg="mod">
          <ac:chgData name="Tejasree Chowdary" userId="f9ab6bb23fde6029" providerId="LiveId" clId="{78F865DD-2890-4FC2-9E43-9CB3BC635BD2}" dt="2026-03-24T15:18:16.321" v="235" actId="2711"/>
          <ac:spMkLst>
            <pc:docMk/>
            <pc:sldMk cId="3775701300" sldId="265"/>
            <ac:spMk id="2" creationId="{91112E3A-798B-A0C4-BE87-C07A97FF9AB5}"/>
          </ac:spMkLst>
        </pc:spChg>
        <pc:spChg chg="add del mod">
          <ac:chgData name="Tejasree Chowdary" userId="f9ab6bb23fde6029" providerId="LiveId" clId="{78F865DD-2890-4FC2-9E43-9CB3BC635BD2}" dt="2026-03-24T15:18:21.236" v="236" actId="2711"/>
          <ac:spMkLst>
            <pc:docMk/>
            <pc:sldMk cId="3775701300" sldId="265"/>
            <ac:spMk id="5" creationId="{DF49E02F-7155-88BE-7EBB-FF97EF4F6E0A}"/>
          </ac:spMkLst>
        </pc:spChg>
        <pc:picChg chg="add mod">
          <ac:chgData name="Tejasree Chowdary" userId="f9ab6bb23fde6029" providerId="LiveId" clId="{78F865DD-2890-4FC2-9E43-9CB3BC635BD2}" dt="2026-03-24T15:16:27" v="227" actId="26606"/>
          <ac:picMkLst>
            <pc:docMk/>
            <pc:sldMk cId="3775701300" sldId="265"/>
            <ac:picMk id="3" creationId="{E466D9A5-15DA-B988-EC63-CDA5AE77ACAA}"/>
          </ac:picMkLst>
        </pc:picChg>
      </pc:sldChg>
      <pc:sldChg chg="modSp mod">
        <pc:chgData name="Tejasree Chowdary" userId="f9ab6bb23fde6029" providerId="LiveId" clId="{78F865DD-2890-4FC2-9E43-9CB3BC635BD2}" dt="2026-03-24T15:24:03.352" v="280" actId="14100"/>
        <pc:sldMkLst>
          <pc:docMk/>
          <pc:sldMk cId="2734685706" sldId="270"/>
        </pc:sldMkLst>
        <pc:picChg chg="mod">
          <ac:chgData name="Tejasree Chowdary" userId="f9ab6bb23fde6029" providerId="LiveId" clId="{78F865DD-2890-4FC2-9E43-9CB3BC635BD2}" dt="2026-03-24T15:24:03.352" v="280" actId="14100"/>
          <ac:picMkLst>
            <pc:docMk/>
            <pc:sldMk cId="2734685706" sldId="270"/>
            <ac:picMk id="8" creationId="{14235E8A-0C35-7623-F6FE-8E69F4A11A43}"/>
          </ac:picMkLst>
        </pc:picChg>
      </pc:sldChg>
      <pc:sldChg chg="modSp">
        <pc:chgData name="Tejasree Chowdary" userId="f9ab6bb23fde6029" providerId="LiveId" clId="{78F865DD-2890-4FC2-9E43-9CB3BC635BD2}" dt="2026-03-24T15:30:01.006" v="335" actId="1076"/>
        <pc:sldMkLst>
          <pc:docMk/>
          <pc:sldMk cId="1197691548" sldId="271"/>
        </pc:sldMkLst>
        <pc:spChg chg="mod">
          <ac:chgData name="Tejasree Chowdary" userId="f9ab6bb23fde6029" providerId="LiveId" clId="{78F865DD-2890-4FC2-9E43-9CB3BC635BD2}" dt="2026-03-24T15:30:01.006" v="335" actId="1076"/>
          <ac:spMkLst>
            <pc:docMk/>
            <pc:sldMk cId="1197691548" sldId="271"/>
            <ac:spMk id="4" creationId="{7FACA276-344C-49D1-CFC7-AF96127D9165}"/>
          </ac:spMkLst>
        </pc:spChg>
      </pc:sldChg>
      <pc:sldChg chg="add del">
        <pc:chgData name="Tejasree Chowdary" userId="f9ab6bb23fde6029" providerId="LiveId" clId="{78F865DD-2890-4FC2-9E43-9CB3BC635BD2}" dt="2026-03-24T15:21:42.767" v="262" actId="47"/>
        <pc:sldMkLst>
          <pc:docMk/>
          <pc:sldMk cId="3126541048" sldId="273"/>
        </pc:sldMkLst>
      </pc:sldChg>
      <pc:sldChg chg="modSp new mod">
        <pc:chgData name="Tejasree Chowdary" userId="f9ab6bb23fde6029" providerId="LiveId" clId="{78F865DD-2890-4FC2-9E43-9CB3BC635BD2}" dt="2026-03-24T15:09:34.995" v="181" actId="2711"/>
        <pc:sldMkLst>
          <pc:docMk/>
          <pc:sldMk cId="763319146" sldId="274"/>
        </pc:sldMkLst>
        <pc:spChg chg="mod">
          <ac:chgData name="Tejasree Chowdary" userId="f9ab6bb23fde6029" providerId="LiveId" clId="{78F865DD-2890-4FC2-9E43-9CB3BC635BD2}" dt="2026-03-24T15:09:34.995" v="181" actId="2711"/>
          <ac:spMkLst>
            <pc:docMk/>
            <pc:sldMk cId="763319146" sldId="274"/>
            <ac:spMk id="2" creationId="{B8CC3BA6-30ED-038C-A8DE-D01DF9F32563}"/>
          </ac:spMkLst>
        </pc:spChg>
        <pc:spChg chg="mod">
          <ac:chgData name="Tejasree Chowdary" userId="f9ab6bb23fde6029" providerId="LiveId" clId="{78F865DD-2890-4FC2-9E43-9CB3BC635BD2}" dt="2026-03-24T15:09:23.339" v="180" actId="2711"/>
          <ac:spMkLst>
            <pc:docMk/>
            <pc:sldMk cId="763319146" sldId="274"/>
            <ac:spMk id="3" creationId="{1E8C7EEC-58F9-FC7E-6B3F-93BBCB9DE431}"/>
          </ac:spMkLst>
        </pc:spChg>
      </pc:sldChg>
      <pc:sldChg chg="modSp new mod">
        <pc:chgData name="Tejasree Chowdary" userId="f9ab6bb23fde6029" providerId="LiveId" clId="{78F865DD-2890-4FC2-9E43-9CB3BC635BD2}" dt="2026-03-24T15:09:52.484" v="185" actId="2711"/>
        <pc:sldMkLst>
          <pc:docMk/>
          <pc:sldMk cId="726850575" sldId="275"/>
        </pc:sldMkLst>
        <pc:spChg chg="mod">
          <ac:chgData name="Tejasree Chowdary" userId="f9ab6bb23fde6029" providerId="LiveId" clId="{78F865DD-2890-4FC2-9E43-9CB3BC635BD2}" dt="2026-03-24T15:09:44.333" v="182" actId="2711"/>
          <ac:spMkLst>
            <pc:docMk/>
            <pc:sldMk cId="726850575" sldId="275"/>
            <ac:spMk id="2" creationId="{073474B5-5A14-0A17-31A4-35C2D33D534E}"/>
          </ac:spMkLst>
        </pc:spChg>
        <pc:spChg chg="mod">
          <ac:chgData name="Tejasree Chowdary" userId="f9ab6bb23fde6029" providerId="LiveId" clId="{78F865DD-2890-4FC2-9E43-9CB3BC635BD2}" dt="2026-03-24T15:09:52.484" v="185" actId="2711"/>
          <ac:spMkLst>
            <pc:docMk/>
            <pc:sldMk cId="726850575" sldId="275"/>
            <ac:spMk id="3" creationId="{207385EE-66BF-2807-9B52-C556D427BBA4}"/>
          </ac:spMkLst>
        </pc:spChg>
      </pc:sldChg>
      <pc:sldChg chg="addSp delSp modSp new mod ord">
        <pc:chgData name="Tejasree Chowdary" userId="f9ab6bb23fde6029" providerId="LiveId" clId="{78F865DD-2890-4FC2-9E43-9CB3BC635BD2}" dt="2026-03-24T15:10:15.156" v="187" actId="2711"/>
        <pc:sldMkLst>
          <pc:docMk/>
          <pc:sldMk cId="3343265077" sldId="276"/>
        </pc:sldMkLst>
        <pc:spChg chg="mod">
          <ac:chgData name="Tejasree Chowdary" userId="f9ab6bb23fde6029" providerId="LiveId" clId="{78F865DD-2890-4FC2-9E43-9CB3BC635BD2}" dt="2026-03-24T15:10:04.773" v="186" actId="2711"/>
          <ac:spMkLst>
            <pc:docMk/>
            <pc:sldMk cId="3343265077" sldId="276"/>
            <ac:spMk id="2" creationId="{E55A65C5-E969-73E3-B3D1-38FF82DF9650}"/>
          </ac:spMkLst>
        </pc:spChg>
        <pc:spChg chg="mod">
          <ac:chgData name="Tejasree Chowdary" userId="f9ab6bb23fde6029" providerId="LiveId" clId="{78F865DD-2890-4FC2-9E43-9CB3BC635BD2}" dt="2026-03-24T15:10:15.156" v="187" actId="2711"/>
          <ac:spMkLst>
            <pc:docMk/>
            <pc:sldMk cId="3343265077" sldId="276"/>
            <ac:spMk id="3" creationId="{960030BE-FA9F-61C2-2CCA-040470690EED}"/>
          </ac:spMkLst>
        </pc:spChg>
        <pc:picChg chg="add del">
          <ac:chgData name="Tejasree Chowdary" userId="f9ab6bb23fde6029" providerId="LiveId" clId="{78F865DD-2890-4FC2-9E43-9CB3BC635BD2}" dt="2026-03-24T15:05:57.344" v="171" actId="22"/>
          <ac:picMkLst>
            <pc:docMk/>
            <pc:sldMk cId="3343265077" sldId="276"/>
            <ac:picMk id="5" creationId="{61CBE6D9-15A5-0B67-C56F-2AB592C1BB93}"/>
          </ac:picMkLst>
        </pc:picChg>
      </pc:sldChg>
      <pc:sldChg chg="modSp new mod">
        <pc:chgData name="Tejasree Chowdary" userId="f9ab6bb23fde6029" providerId="LiveId" clId="{78F865DD-2890-4FC2-9E43-9CB3BC635BD2}" dt="2026-03-24T15:11:24.237" v="191" actId="2711"/>
        <pc:sldMkLst>
          <pc:docMk/>
          <pc:sldMk cId="1391291786" sldId="277"/>
        </pc:sldMkLst>
        <pc:spChg chg="mod">
          <ac:chgData name="Tejasree Chowdary" userId="f9ab6bb23fde6029" providerId="LiveId" clId="{78F865DD-2890-4FC2-9E43-9CB3BC635BD2}" dt="2026-03-24T15:10:33.116" v="188" actId="2711"/>
          <ac:spMkLst>
            <pc:docMk/>
            <pc:sldMk cId="1391291786" sldId="277"/>
            <ac:spMk id="2" creationId="{124AD86B-B379-FD5E-6FE8-AEE29435AC2B}"/>
          </ac:spMkLst>
        </pc:spChg>
        <pc:spChg chg="mod">
          <ac:chgData name="Tejasree Chowdary" userId="f9ab6bb23fde6029" providerId="LiveId" clId="{78F865DD-2890-4FC2-9E43-9CB3BC635BD2}" dt="2026-03-24T15:11:24.237" v="191" actId="2711"/>
          <ac:spMkLst>
            <pc:docMk/>
            <pc:sldMk cId="1391291786" sldId="277"/>
            <ac:spMk id="3" creationId="{E76AB0D9-1E26-1F8F-2664-950BCE361930}"/>
          </ac:spMkLst>
        </pc:spChg>
      </pc:sldChg>
      <pc:sldChg chg="modSp new mod">
        <pc:chgData name="Tejasree Chowdary" userId="f9ab6bb23fde6029" providerId="LiveId" clId="{78F865DD-2890-4FC2-9E43-9CB3BC635BD2}" dt="2026-03-24T15:11:37.721" v="193" actId="2711"/>
        <pc:sldMkLst>
          <pc:docMk/>
          <pc:sldMk cId="560967938" sldId="278"/>
        </pc:sldMkLst>
        <pc:spChg chg="mod">
          <ac:chgData name="Tejasree Chowdary" userId="f9ab6bb23fde6029" providerId="LiveId" clId="{78F865DD-2890-4FC2-9E43-9CB3BC635BD2}" dt="2026-03-24T15:11:32.250" v="192" actId="2711"/>
          <ac:spMkLst>
            <pc:docMk/>
            <pc:sldMk cId="560967938" sldId="278"/>
            <ac:spMk id="2" creationId="{4AD03B56-2447-80E6-7BE2-DF925947C483}"/>
          </ac:spMkLst>
        </pc:spChg>
        <pc:spChg chg="mod">
          <ac:chgData name="Tejasree Chowdary" userId="f9ab6bb23fde6029" providerId="LiveId" clId="{78F865DD-2890-4FC2-9E43-9CB3BC635BD2}" dt="2026-03-24T15:11:37.721" v="193" actId="2711"/>
          <ac:spMkLst>
            <pc:docMk/>
            <pc:sldMk cId="560967938" sldId="278"/>
            <ac:spMk id="3" creationId="{20AE4B7C-62B6-AA92-5365-BBAC4E449506}"/>
          </ac:spMkLst>
        </pc:spChg>
      </pc:sldChg>
      <pc:sldChg chg="modSp new mod">
        <pc:chgData name="Tejasree Chowdary" userId="f9ab6bb23fde6029" providerId="LiveId" clId="{78F865DD-2890-4FC2-9E43-9CB3BC635BD2}" dt="2026-03-24T15:11:53.877" v="195" actId="2711"/>
        <pc:sldMkLst>
          <pc:docMk/>
          <pc:sldMk cId="1981633568" sldId="279"/>
        </pc:sldMkLst>
        <pc:spChg chg="mod">
          <ac:chgData name="Tejasree Chowdary" userId="f9ab6bb23fde6029" providerId="LiveId" clId="{78F865DD-2890-4FC2-9E43-9CB3BC635BD2}" dt="2026-03-24T15:11:48.744" v="194" actId="2711"/>
          <ac:spMkLst>
            <pc:docMk/>
            <pc:sldMk cId="1981633568" sldId="279"/>
            <ac:spMk id="2" creationId="{4977BB95-48DA-9761-2E0B-C64D0A0641E0}"/>
          </ac:spMkLst>
        </pc:spChg>
        <pc:spChg chg="mod">
          <ac:chgData name="Tejasree Chowdary" userId="f9ab6bb23fde6029" providerId="LiveId" clId="{78F865DD-2890-4FC2-9E43-9CB3BC635BD2}" dt="2026-03-24T15:11:53.877" v="195" actId="2711"/>
          <ac:spMkLst>
            <pc:docMk/>
            <pc:sldMk cId="1981633568" sldId="279"/>
            <ac:spMk id="3" creationId="{1DC5A57A-2154-78E1-6050-475925F65C12}"/>
          </ac:spMkLst>
        </pc:spChg>
      </pc:sldChg>
      <pc:sldChg chg="modSp new mod">
        <pc:chgData name="Tejasree Chowdary" userId="f9ab6bb23fde6029" providerId="LiveId" clId="{78F865DD-2890-4FC2-9E43-9CB3BC635BD2}" dt="2026-03-24T15:12:13.206" v="197" actId="2711"/>
        <pc:sldMkLst>
          <pc:docMk/>
          <pc:sldMk cId="473240527" sldId="280"/>
        </pc:sldMkLst>
        <pc:spChg chg="mod">
          <ac:chgData name="Tejasree Chowdary" userId="f9ab6bb23fde6029" providerId="LiveId" clId="{78F865DD-2890-4FC2-9E43-9CB3BC635BD2}" dt="2026-03-24T15:12:07.786" v="196" actId="2711"/>
          <ac:spMkLst>
            <pc:docMk/>
            <pc:sldMk cId="473240527" sldId="280"/>
            <ac:spMk id="2" creationId="{23FBBD7D-E508-6B20-B492-42EBA31D4131}"/>
          </ac:spMkLst>
        </pc:spChg>
        <pc:spChg chg="mod">
          <ac:chgData name="Tejasree Chowdary" userId="f9ab6bb23fde6029" providerId="LiveId" clId="{78F865DD-2890-4FC2-9E43-9CB3BC635BD2}" dt="2026-03-24T15:12:13.206" v="197" actId="2711"/>
          <ac:spMkLst>
            <pc:docMk/>
            <pc:sldMk cId="473240527" sldId="280"/>
            <ac:spMk id="3" creationId="{F274DCB9-F643-7427-0EA7-39C3D6BE2787}"/>
          </ac:spMkLst>
        </pc:spChg>
      </pc:sldChg>
      <pc:sldChg chg="modSp new mod">
        <pc:chgData name="Tejasree Chowdary" userId="f9ab6bb23fde6029" providerId="LiveId" clId="{78F865DD-2890-4FC2-9E43-9CB3BC635BD2}" dt="2026-03-24T15:17:59.439" v="234" actId="2711"/>
        <pc:sldMkLst>
          <pc:docMk/>
          <pc:sldMk cId="333696140" sldId="281"/>
        </pc:sldMkLst>
        <pc:spChg chg="mod">
          <ac:chgData name="Tejasree Chowdary" userId="f9ab6bb23fde6029" providerId="LiveId" clId="{78F865DD-2890-4FC2-9E43-9CB3BC635BD2}" dt="2026-03-24T15:17:50.599" v="233" actId="2711"/>
          <ac:spMkLst>
            <pc:docMk/>
            <pc:sldMk cId="333696140" sldId="281"/>
            <ac:spMk id="2" creationId="{2DAE5AAE-9CE8-F4E4-906D-D5F0B478B594}"/>
          </ac:spMkLst>
        </pc:spChg>
        <pc:spChg chg="mod">
          <ac:chgData name="Tejasree Chowdary" userId="f9ab6bb23fde6029" providerId="LiveId" clId="{78F865DD-2890-4FC2-9E43-9CB3BC635BD2}" dt="2026-03-24T15:17:59.439" v="234" actId="2711"/>
          <ac:spMkLst>
            <pc:docMk/>
            <pc:sldMk cId="333696140" sldId="281"/>
            <ac:spMk id="3" creationId="{745AC4A0-361C-5DB3-E27A-4BB8A04E6627}"/>
          </ac:spMkLst>
        </pc:spChg>
      </pc:sldChg>
      <pc:sldChg chg="addSp modSp new mod">
        <pc:chgData name="Tejasree Chowdary" userId="f9ab6bb23fde6029" providerId="LiveId" clId="{78F865DD-2890-4FC2-9E43-9CB3BC635BD2}" dt="2026-03-24T15:29:12.113" v="332" actId="2711"/>
        <pc:sldMkLst>
          <pc:docMk/>
          <pc:sldMk cId="2017207244" sldId="282"/>
        </pc:sldMkLst>
        <pc:spChg chg="mod">
          <ac:chgData name="Tejasree Chowdary" userId="f9ab6bb23fde6029" providerId="LiveId" clId="{78F865DD-2890-4FC2-9E43-9CB3BC635BD2}" dt="2026-03-24T15:18:33.034" v="237" actId="2711"/>
          <ac:spMkLst>
            <pc:docMk/>
            <pc:sldMk cId="2017207244" sldId="282"/>
            <ac:spMk id="2" creationId="{2F0944A1-C5BE-C829-71D8-43C41FBC95F0}"/>
          </ac:spMkLst>
        </pc:spChg>
        <pc:spChg chg="mod">
          <ac:chgData name="Tejasree Chowdary" userId="f9ab6bb23fde6029" providerId="LiveId" clId="{78F865DD-2890-4FC2-9E43-9CB3BC635BD2}" dt="2026-03-24T15:29:12.113" v="332" actId="2711"/>
          <ac:spMkLst>
            <pc:docMk/>
            <pc:sldMk cId="2017207244" sldId="282"/>
            <ac:spMk id="3" creationId="{A69525AB-04A9-17A8-EE4C-4BDC43C6FA24}"/>
          </ac:spMkLst>
        </pc:spChg>
        <pc:picChg chg="add mod">
          <ac:chgData name="Tejasree Chowdary" userId="f9ab6bb23fde6029" providerId="LiveId" clId="{78F865DD-2890-4FC2-9E43-9CB3BC635BD2}" dt="2026-03-24T15:17:15.089" v="228"/>
          <ac:picMkLst>
            <pc:docMk/>
            <pc:sldMk cId="2017207244" sldId="282"/>
            <ac:picMk id="4" creationId="{EC5AF63D-684B-3F49-885A-E11B3E4A1E6F}"/>
          </ac:picMkLst>
        </pc:picChg>
      </pc:sldChg>
      <pc:sldChg chg="addSp modSp new mod modClrScheme chgLayout">
        <pc:chgData name="Tejasree Chowdary" userId="f9ab6bb23fde6029" providerId="LiveId" clId="{78F865DD-2890-4FC2-9E43-9CB3BC635BD2}" dt="2026-03-24T15:29:25.903" v="334" actId="2711"/>
        <pc:sldMkLst>
          <pc:docMk/>
          <pc:sldMk cId="1073647602" sldId="283"/>
        </pc:sldMkLst>
        <pc:spChg chg="mod">
          <ac:chgData name="Tejasree Chowdary" userId="f9ab6bb23fde6029" providerId="LiveId" clId="{78F865DD-2890-4FC2-9E43-9CB3BC635BD2}" dt="2026-03-24T15:29:20.146" v="333" actId="2711"/>
          <ac:spMkLst>
            <pc:docMk/>
            <pc:sldMk cId="1073647602" sldId="283"/>
            <ac:spMk id="2" creationId="{5EB2B94C-3AFF-3D41-5357-88C59DD1387C}"/>
          </ac:spMkLst>
        </pc:spChg>
        <pc:spChg chg="mod">
          <ac:chgData name="Tejasree Chowdary" userId="f9ab6bb23fde6029" providerId="LiveId" clId="{78F865DD-2890-4FC2-9E43-9CB3BC635BD2}" dt="2026-03-24T15:29:25.903" v="334" actId="2711"/>
          <ac:spMkLst>
            <pc:docMk/>
            <pc:sldMk cId="1073647602" sldId="283"/>
            <ac:spMk id="3" creationId="{B888A24F-652D-7263-3CB5-3489E1CA2DC0}"/>
          </ac:spMkLst>
        </pc:spChg>
        <pc:picChg chg="add mod">
          <ac:chgData name="Tejasree Chowdary" userId="f9ab6bb23fde6029" providerId="LiveId" clId="{78F865DD-2890-4FC2-9E43-9CB3BC635BD2}" dt="2026-03-24T15:25:23.547" v="282" actId="26606"/>
          <ac:picMkLst>
            <pc:docMk/>
            <pc:sldMk cId="1073647602" sldId="283"/>
            <ac:picMk id="4" creationId="{0DECC5B8-40A7-8D0F-D2B4-5D9D431D3A0E}"/>
          </ac:picMkLst>
        </pc:picChg>
      </pc:sldChg>
      <pc:sldChg chg="new del">
        <pc:chgData name="Tejasree Chowdary" userId="f9ab6bb23fde6029" providerId="LiveId" clId="{78F865DD-2890-4FC2-9E43-9CB3BC635BD2}" dt="2026-03-24T14:50:28.335" v="127" actId="47"/>
        <pc:sldMkLst>
          <pc:docMk/>
          <pc:sldMk cId="3844400791" sldId="283"/>
        </pc:sldMkLst>
      </pc:sldChg>
      <pc:sldChg chg="modSp new mod">
        <pc:chgData name="Tejasree Chowdary" userId="f9ab6bb23fde6029" providerId="LiveId" clId="{78F865DD-2890-4FC2-9E43-9CB3BC635BD2}" dt="2026-03-24T15:19:12.922" v="242" actId="5793"/>
        <pc:sldMkLst>
          <pc:docMk/>
          <pc:sldMk cId="3329820264" sldId="284"/>
        </pc:sldMkLst>
        <pc:spChg chg="mod">
          <ac:chgData name="Tejasree Chowdary" userId="f9ab6bb23fde6029" providerId="LiveId" clId="{78F865DD-2890-4FC2-9E43-9CB3BC635BD2}" dt="2026-03-24T15:19:00.288" v="239" actId="2711"/>
          <ac:spMkLst>
            <pc:docMk/>
            <pc:sldMk cId="3329820264" sldId="284"/>
            <ac:spMk id="2" creationId="{CE9BBE13-8E99-A64D-FAEA-FDD355D16D50}"/>
          </ac:spMkLst>
        </pc:spChg>
        <pc:spChg chg="mod">
          <ac:chgData name="Tejasree Chowdary" userId="f9ab6bb23fde6029" providerId="LiveId" clId="{78F865DD-2890-4FC2-9E43-9CB3BC635BD2}" dt="2026-03-24T15:19:12.922" v="242" actId="5793"/>
          <ac:spMkLst>
            <pc:docMk/>
            <pc:sldMk cId="3329820264" sldId="284"/>
            <ac:spMk id="3" creationId="{63021543-A8EA-0866-D5BD-CE71A3833519}"/>
          </ac:spMkLst>
        </pc:spChg>
      </pc:sldChg>
      <pc:sldChg chg="modSp new mod">
        <pc:chgData name="Tejasree Chowdary" userId="f9ab6bb23fde6029" providerId="LiveId" clId="{78F865DD-2890-4FC2-9E43-9CB3BC635BD2}" dt="2026-03-24T15:19:35.744" v="246" actId="2711"/>
        <pc:sldMkLst>
          <pc:docMk/>
          <pc:sldMk cId="2784856315" sldId="285"/>
        </pc:sldMkLst>
        <pc:spChg chg="mod">
          <ac:chgData name="Tejasree Chowdary" userId="f9ab6bb23fde6029" providerId="LiveId" clId="{78F865DD-2890-4FC2-9E43-9CB3BC635BD2}" dt="2026-03-24T15:19:30.715" v="245" actId="2711"/>
          <ac:spMkLst>
            <pc:docMk/>
            <pc:sldMk cId="2784856315" sldId="285"/>
            <ac:spMk id="2" creationId="{391540D2-092E-AD1E-4ACC-99A94991CCE6}"/>
          </ac:spMkLst>
        </pc:spChg>
        <pc:spChg chg="mod">
          <ac:chgData name="Tejasree Chowdary" userId="f9ab6bb23fde6029" providerId="LiveId" clId="{78F865DD-2890-4FC2-9E43-9CB3BC635BD2}" dt="2026-03-24T15:19:35.744" v="246" actId="2711"/>
          <ac:spMkLst>
            <pc:docMk/>
            <pc:sldMk cId="2784856315" sldId="285"/>
            <ac:spMk id="3" creationId="{9EC45E2F-2873-93C9-F102-619CF2771F88}"/>
          </ac:spMkLst>
        </pc:spChg>
      </pc:sldChg>
      <pc:sldChg chg="modSp new mod ord">
        <pc:chgData name="Tejasree Chowdary" userId="f9ab6bb23fde6029" providerId="LiveId" clId="{78F865DD-2890-4FC2-9E43-9CB3BC635BD2}" dt="2026-03-24T15:22:58.818" v="278"/>
        <pc:sldMkLst>
          <pc:docMk/>
          <pc:sldMk cId="2760070382" sldId="286"/>
        </pc:sldMkLst>
        <pc:spChg chg="mod">
          <ac:chgData name="Tejasree Chowdary" userId="f9ab6bb23fde6029" providerId="LiveId" clId="{78F865DD-2890-4FC2-9E43-9CB3BC635BD2}" dt="2026-03-24T15:19:44.880" v="247" actId="2711"/>
          <ac:spMkLst>
            <pc:docMk/>
            <pc:sldMk cId="2760070382" sldId="286"/>
            <ac:spMk id="2" creationId="{D2B9E1F4-6005-DC3C-6DAB-9C514F467194}"/>
          </ac:spMkLst>
        </pc:spChg>
        <pc:spChg chg="mod">
          <ac:chgData name="Tejasree Chowdary" userId="f9ab6bb23fde6029" providerId="LiveId" clId="{78F865DD-2890-4FC2-9E43-9CB3BC635BD2}" dt="2026-03-24T15:19:51.552" v="249" actId="27636"/>
          <ac:spMkLst>
            <pc:docMk/>
            <pc:sldMk cId="2760070382" sldId="286"/>
            <ac:spMk id="3" creationId="{37DBAF35-36C0-C940-2BA7-65A13C14253A}"/>
          </ac:spMkLst>
        </pc:spChg>
      </pc:sldChg>
      <pc:sldChg chg="new del">
        <pc:chgData name="Tejasree Chowdary" userId="f9ab6bb23fde6029" providerId="LiveId" clId="{78F865DD-2890-4FC2-9E43-9CB3BC635BD2}" dt="2026-03-24T14:58:27.349" v="149" actId="47"/>
        <pc:sldMkLst>
          <pc:docMk/>
          <pc:sldMk cId="43374478" sldId="287"/>
        </pc:sldMkLst>
      </pc:sldChg>
      <pc:sldChg chg="modSp new mod ord">
        <pc:chgData name="Tejasree Chowdary" userId="f9ab6bb23fde6029" providerId="LiveId" clId="{78F865DD-2890-4FC2-9E43-9CB3BC635BD2}" dt="2026-03-24T15:22:11.633" v="266"/>
        <pc:sldMkLst>
          <pc:docMk/>
          <pc:sldMk cId="3929552227" sldId="287"/>
        </pc:sldMkLst>
        <pc:spChg chg="mod">
          <ac:chgData name="Tejasree Chowdary" userId="f9ab6bb23fde6029" providerId="LiveId" clId="{78F865DD-2890-4FC2-9E43-9CB3BC635BD2}" dt="2026-03-24T15:19:59.492" v="250" actId="2711"/>
          <ac:spMkLst>
            <pc:docMk/>
            <pc:sldMk cId="3929552227" sldId="287"/>
            <ac:spMk id="2" creationId="{A76BC157-9438-88D1-BB66-00DFA1CD3892}"/>
          </ac:spMkLst>
        </pc:spChg>
        <pc:spChg chg="mod">
          <ac:chgData name="Tejasree Chowdary" userId="f9ab6bb23fde6029" providerId="LiveId" clId="{78F865DD-2890-4FC2-9E43-9CB3BC635BD2}" dt="2026-03-24T15:20:12.173" v="251" actId="2711"/>
          <ac:spMkLst>
            <pc:docMk/>
            <pc:sldMk cId="3929552227" sldId="287"/>
            <ac:spMk id="3" creationId="{B5CC335E-2489-EA6B-AFF9-E62488BAD926}"/>
          </ac:spMkLst>
        </pc:spChg>
      </pc:sldChg>
      <pc:sldChg chg="modSp new mod ord">
        <pc:chgData name="Tejasree Chowdary" userId="f9ab6bb23fde6029" providerId="LiveId" clId="{78F865DD-2890-4FC2-9E43-9CB3BC635BD2}" dt="2026-03-24T15:21:56.758" v="264"/>
        <pc:sldMkLst>
          <pc:docMk/>
          <pc:sldMk cId="2388976689" sldId="288"/>
        </pc:sldMkLst>
        <pc:spChg chg="mod">
          <ac:chgData name="Tejasree Chowdary" userId="f9ab6bb23fde6029" providerId="LiveId" clId="{78F865DD-2890-4FC2-9E43-9CB3BC635BD2}" dt="2026-03-24T15:20:26.486" v="252" actId="2711"/>
          <ac:spMkLst>
            <pc:docMk/>
            <pc:sldMk cId="2388976689" sldId="288"/>
            <ac:spMk id="2" creationId="{8935FFB6-2B08-104A-F117-D563C01665A4}"/>
          </ac:spMkLst>
        </pc:spChg>
        <pc:spChg chg="mod">
          <ac:chgData name="Tejasree Chowdary" userId="f9ab6bb23fde6029" providerId="LiveId" clId="{78F865DD-2890-4FC2-9E43-9CB3BC635BD2}" dt="2026-03-24T15:20:30.667" v="253" actId="2711"/>
          <ac:spMkLst>
            <pc:docMk/>
            <pc:sldMk cId="2388976689" sldId="288"/>
            <ac:spMk id="3" creationId="{6FC98D4D-356E-3F7D-40D6-E3B98F32B52A}"/>
          </ac:spMkLst>
        </pc:spChg>
      </pc:sldChg>
      <pc:sldChg chg="modSp new mod ord">
        <pc:chgData name="Tejasree Chowdary" userId="f9ab6bb23fde6029" providerId="LiveId" clId="{78F865DD-2890-4FC2-9E43-9CB3BC635BD2}" dt="2026-03-24T15:30:35.567" v="350" actId="5793"/>
        <pc:sldMkLst>
          <pc:docMk/>
          <pc:sldMk cId="1193338207" sldId="289"/>
        </pc:sldMkLst>
        <pc:spChg chg="mod">
          <ac:chgData name="Tejasree Chowdary" userId="f9ab6bb23fde6029" providerId="LiveId" clId="{78F865DD-2890-4FC2-9E43-9CB3BC635BD2}" dt="2026-03-24T15:30:21.162" v="348" actId="20577"/>
          <ac:spMkLst>
            <pc:docMk/>
            <pc:sldMk cId="1193338207" sldId="289"/>
            <ac:spMk id="2" creationId="{23975064-C8E9-C29E-12F4-18E7F1351EE7}"/>
          </ac:spMkLst>
        </pc:spChg>
        <pc:spChg chg="mod">
          <ac:chgData name="Tejasree Chowdary" userId="f9ab6bb23fde6029" providerId="LiveId" clId="{78F865DD-2890-4FC2-9E43-9CB3BC635BD2}" dt="2026-03-24T15:30:35.567" v="350" actId="5793"/>
          <ac:spMkLst>
            <pc:docMk/>
            <pc:sldMk cId="1193338207" sldId="289"/>
            <ac:spMk id="3" creationId="{C0E7414D-C4DC-9FB7-A708-B8AD9DB84482}"/>
          </ac:spMkLst>
        </pc:spChg>
      </pc:sldChg>
      <pc:sldChg chg="addSp delSp modSp new mod">
        <pc:chgData name="Tejasree Chowdary" userId="f9ab6bb23fde6029" providerId="LiveId" clId="{78F865DD-2890-4FC2-9E43-9CB3BC635BD2}" dt="2026-03-24T15:17:42.144" v="232" actId="2711"/>
        <pc:sldMkLst>
          <pc:docMk/>
          <pc:sldMk cId="1642773205" sldId="290"/>
        </pc:sldMkLst>
        <pc:spChg chg="mod">
          <ac:chgData name="Tejasree Chowdary" userId="f9ab6bb23fde6029" providerId="LiveId" clId="{78F865DD-2890-4FC2-9E43-9CB3BC635BD2}" dt="2026-03-24T15:17:42.144" v="232" actId="2711"/>
          <ac:spMkLst>
            <pc:docMk/>
            <pc:sldMk cId="1642773205" sldId="290"/>
            <ac:spMk id="2" creationId="{1255DA06-6609-ED70-D394-496F287384D9}"/>
          </ac:spMkLst>
        </pc:spChg>
        <pc:spChg chg="del">
          <ac:chgData name="Tejasree Chowdary" userId="f9ab6bb23fde6029" providerId="LiveId" clId="{78F865DD-2890-4FC2-9E43-9CB3BC635BD2}" dt="2026-03-24T15:13:12.688" v="199" actId="22"/>
          <ac:spMkLst>
            <pc:docMk/>
            <pc:sldMk cId="1642773205" sldId="290"/>
            <ac:spMk id="3" creationId="{06AB0C09-E36E-A7D5-C572-3952BE681C5C}"/>
          </ac:spMkLst>
        </pc:spChg>
        <pc:picChg chg="add mod ord">
          <ac:chgData name="Tejasree Chowdary" userId="f9ab6bb23fde6029" providerId="LiveId" clId="{78F865DD-2890-4FC2-9E43-9CB3BC635BD2}" dt="2026-03-24T15:13:47.964" v="201" actId="1076"/>
          <ac:picMkLst>
            <pc:docMk/>
            <pc:sldMk cId="1642773205" sldId="290"/>
            <ac:picMk id="5" creationId="{F48CFD11-7EBE-715B-EFC0-0939583E96DE}"/>
          </ac:picMkLst>
        </pc:picChg>
        <pc:picChg chg="add mod">
          <ac:chgData name="Tejasree Chowdary" userId="f9ab6bb23fde6029" providerId="LiveId" clId="{78F865DD-2890-4FC2-9E43-9CB3BC635BD2}" dt="2026-03-24T15:14:41.842" v="208" actId="14100"/>
          <ac:picMkLst>
            <pc:docMk/>
            <pc:sldMk cId="1642773205" sldId="290"/>
            <ac:picMk id="7" creationId="{6838F5D5-4645-1EED-8999-06EAA726205E}"/>
          </ac:picMkLst>
        </pc:picChg>
      </pc:sldChg>
      <pc:sldChg chg="addSp delSp modSp new del mod">
        <pc:chgData name="Tejasree Chowdary" userId="f9ab6bb23fde6029" providerId="LiveId" clId="{78F865DD-2890-4FC2-9E43-9CB3BC635BD2}" dt="2026-03-24T15:08:13.462" v="177" actId="47"/>
        <pc:sldMkLst>
          <pc:docMk/>
          <pc:sldMk cId="3873932430" sldId="290"/>
        </pc:sldMkLst>
        <pc:spChg chg="add del">
          <ac:chgData name="Tejasree Chowdary" userId="f9ab6bb23fde6029" providerId="LiveId" clId="{78F865DD-2890-4FC2-9E43-9CB3BC635BD2}" dt="2026-03-24T15:06:12.604" v="176" actId="22"/>
          <ac:spMkLst>
            <pc:docMk/>
            <pc:sldMk cId="3873932430" sldId="290"/>
            <ac:spMk id="3" creationId="{4EB3969E-5937-6B20-1DDA-78041C78356C}"/>
          </ac:spMkLst>
        </pc:spChg>
        <pc:picChg chg="add del mod ord">
          <ac:chgData name="Tejasree Chowdary" userId="f9ab6bb23fde6029" providerId="LiveId" clId="{78F865DD-2890-4FC2-9E43-9CB3BC635BD2}" dt="2026-03-24T15:06:12.604" v="176" actId="22"/>
          <ac:picMkLst>
            <pc:docMk/>
            <pc:sldMk cId="3873932430" sldId="290"/>
            <ac:picMk id="5" creationId="{78AF1422-21E5-75FA-D020-E7454D2920A5}"/>
          </ac:picMkLst>
        </pc:picChg>
      </pc:sldChg>
      <pc:sldChg chg="addSp delSp modSp new mod">
        <pc:chgData name="Tejasree Chowdary" userId="f9ab6bb23fde6029" providerId="LiveId" clId="{78F865DD-2890-4FC2-9E43-9CB3BC635BD2}" dt="2026-03-24T15:28:41.227" v="330" actId="2711"/>
        <pc:sldMkLst>
          <pc:docMk/>
          <pc:sldMk cId="1472114907" sldId="291"/>
        </pc:sldMkLst>
        <pc:spChg chg="mod">
          <ac:chgData name="Tejasree Chowdary" userId="f9ab6bb23fde6029" providerId="LiveId" clId="{78F865DD-2890-4FC2-9E43-9CB3BC635BD2}" dt="2026-03-24T15:28:41.227" v="330" actId="2711"/>
          <ac:spMkLst>
            <pc:docMk/>
            <pc:sldMk cId="1472114907" sldId="291"/>
            <ac:spMk id="2" creationId="{A0D7B36E-FA4B-5F4A-62FA-0A230C636745}"/>
          </ac:spMkLst>
        </pc:spChg>
        <pc:spChg chg="del">
          <ac:chgData name="Tejasree Chowdary" userId="f9ab6bb23fde6029" providerId="LiveId" clId="{78F865DD-2890-4FC2-9E43-9CB3BC635BD2}" dt="2026-03-24T15:27:12.953" v="296" actId="22"/>
          <ac:spMkLst>
            <pc:docMk/>
            <pc:sldMk cId="1472114907" sldId="291"/>
            <ac:spMk id="3" creationId="{384444FB-4F7F-5FA5-ED38-1A08FFA6EF65}"/>
          </ac:spMkLst>
        </pc:spChg>
        <pc:picChg chg="add mod ord">
          <ac:chgData name="Tejasree Chowdary" userId="f9ab6bb23fde6029" providerId="LiveId" clId="{78F865DD-2890-4FC2-9E43-9CB3BC635BD2}" dt="2026-03-24T15:28:23.742" v="328" actId="26606"/>
          <ac:picMkLst>
            <pc:docMk/>
            <pc:sldMk cId="1472114907" sldId="291"/>
            <ac:picMk id="5" creationId="{4D682EF2-C431-F669-B25C-60F3B23F0DD1}"/>
          </ac:picMkLst>
        </pc:picChg>
      </pc:sldChg>
      <pc:sldChg chg="addSp delSp modSp new mod">
        <pc:chgData name="Tejasree Chowdary" userId="f9ab6bb23fde6029" providerId="LiveId" clId="{78F865DD-2890-4FC2-9E43-9CB3BC635BD2}" dt="2026-03-24T15:28:47.407" v="331" actId="2711"/>
        <pc:sldMkLst>
          <pc:docMk/>
          <pc:sldMk cId="2295330024" sldId="292"/>
        </pc:sldMkLst>
        <pc:spChg chg="mod">
          <ac:chgData name="Tejasree Chowdary" userId="f9ab6bb23fde6029" providerId="LiveId" clId="{78F865DD-2890-4FC2-9E43-9CB3BC635BD2}" dt="2026-03-24T15:28:47.407" v="331" actId="2711"/>
          <ac:spMkLst>
            <pc:docMk/>
            <pc:sldMk cId="2295330024" sldId="292"/>
            <ac:spMk id="2" creationId="{B1B682ED-16CB-7C3E-3FC9-226B170FA110}"/>
          </ac:spMkLst>
        </pc:spChg>
        <pc:spChg chg="del">
          <ac:chgData name="Tejasree Chowdary" userId="f9ab6bb23fde6029" providerId="LiveId" clId="{78F865DD-2890-4FC2-9E43-9CB3BC635BD2}" dt="2026-03-24T15:28:16.521" v="327"/>
          <ac:spMkLst>
            <pc:docMk/>
            <pc:sldMk cId="2295330024" sldId="292"/>
            <ac:spMk id="3" creationId="{1D1E981A-535D-FAB2-1831-F78B01E5B268}"/>
          </ac:spMkLst>
        </pc:spChg>
        <pc:picChg chg="add mod">
          <ac:chgData name="Tejasree Chowdary" userId="f9ab6bb23fde6029" providerId="LiveId" clId="{78F865DD-2890-4FC2-9E43-9CB3BC635BD2}" dt="2026-03-24T15:28:27.537" v="329" actId="26606"/>
          <ac:picMkLst>
            <pc:docMk/>
            <pc:sldMk cId="2295330024" sldId="292"/>
            <ac:picMk id="4" creationId="{C780F4D2-2017-F214-EB1C-9DEAF2719CC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E549EA-A729-3D45-8B4D-22B7EBF5C6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B97E04D-ECCF-9144-940C-119F342EF95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43F512-30E2-3F46-8010-5659AF98CC34}" type="datetimeFigureOut">
              <a:rPr lang="en-US" smtClean="0"/>
              <a:t>3/24/2026</a:t>
            </a:fld>
            <a:endParaRPr lang="en-US"/>
          </a:p>
        </p:txBody>
      </p:sp>
      <p:sp>
        <p:nvSpPr>
          <p:cNvPr id="4" name="Footer Placeholder 3">
            <a:extLst>
              <a:ext uri="{FF2B5EF4-FFF2-40B4-BE49-F238E27FC236}">
                <a16:creationId xmlns:a16="http://schemas.microsoft.com/office/drawing/2014/main" id="{AA0344F1-5767-0541-B208-C6A9788E85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76DBA68-A779-A547-8605-413DDCAEB5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37A2CB1-9001-FD49-B675-3F6AB6B0DB25}" type="slidenum">
              <a:rPr lang="en-US" smtClean="0"/>
              <a:t>‹#›</a:t>
            </a:fld>
            <a:endParaRPr lang="en-US"/>
          </a:p>
        </p:txBody>
      </p:sp>
    </p:spTree>
    <p:extLst>
      <p:ext uri="{BB962C8B-B14F-4D97-AF65-F5344CB8AC3E}">
        <p14:creationId xmlns:p14="http://schemas.microsoft.com/office/powerpoint/2010/main" val="32210826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3E9FAA-CE99-9243-980C-708A50330DCB}" type="datetimeFigureOut">
              <a:rPr lang="en-US" smtClean="0"/>
              <a:t>3/24/2026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66AF33-FE8D-0F43-AD85-A52C3F99EDA1}" type="slidenum">
              <a:rPr lang="en-US" smtClean="0"/>
              <a:t>‹#›</a:t>
            </a:fld>
            <a:endParaRPr lang="en-US"/>
          </a:p>
        </p:txBody>
      </p:sp>
    </p:spTree>
    <p:extLst>
      <p:ext uri="{BB962C8B-B14F-4D97-AF65-F5344CB8AC3E}">
        <p14:creationId xmlns:p14="http://schemas.microsoft.com/office/powerpoint/2010/main" val="377618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4566AF33-FE8D-0F43-AD85-A52C3F99EDA1}" type="slidenum">
              <a:rPr lang="en-US" smtClean="0"/>
              <a:t>1</a:t>
            </a:fld>
            <a:endParaRPr lang="en-US"/>
          </a:p>
        </p:txBody>
      </p:sp>
    </p:spTree>
    <p:extLst>
      <p:ext uri="{BB962C8B-B14F-4D97-AF65-F5344CB8AC3E}">
        <p14:creationId xmlns:p14="http://schemas.microsoft.com/office/powerpoint/2010/main" val="27761579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02AFA-44D0-F744-8BDD-C2802771C1EF}"/>
              </a:ext>
            </a:extLst>
          </p:cNvPr>
          <p:cNvSpPr>
            <a:spLocks noGrp="1"/>
          </p:cNvSpPr>
          <p:nvPr>
            <p:ph type="ctrTitle"/>
          </p:nvPr>
        </p:nvSpPr>
        <p:spPr>
          <a:xfrm>
            <a:off x="1524000" y="2503487"/>
            <a:ext cx="9144000" cy="1006475"/>
          </a:xfrm>
        </p:spPr>
        <p:txBody>
          <a:bodyPr anchor="b"/>
          <a:lstStyle>
            <a:lvl1pPr algn="ctr">
              <a:defRPr sz="6000" baseline="0"/>
            </a:lvl1pPr>
          </a:lstStyle>
          <a:p>
            <a:endParaRPr lang="en-US" dirty="0"/>
          </a:p>
        </p:txBody>
      </p:sp>
      <p:sp>
        <p:nvSpPr>
          <p:cNvPr id="3" name="Subtitle 2">
            <a:extLst>
              <a:ext uri="{FF2B5EF4-FFF2-40B4-BE49-F238E27FC236}">
                <a16:creationId xmlns:a16="http://schemas.microsoft.com/office/drawing/2014/main" id="{B1ABA64A-8634-5140-B60F-09086C669D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pic>
        <p:nvPicPr>
          <p:cNvPr id="9" name="Picture 8" descr="The logo for Wichita State University." title="Wichita State University Logo">
            <a:extLst>
              <a:ext uri="{FF2B5EF4-FFF2-40B4-BE49-F238E27FC236}">
                <a16:creationId xmlns:a16="http://schemas.microsoft.com/office/drawing/2014/main" id="{1ADE4355-A3B2-6449-9D1C-9F7D8F17891B}"/>
              </a:ext>
            </a:extLst>
          </p:cNvPr>
          <p:cNvPicPr>
            <a:picLocks noChangeAspect="1"/>
          </p:cNvPicPr>
          <p:nvPr userDrawn="1"/>
        </p:nvPicPr>
        <p:blipFill>
          <a:blip r:embed="rId3"/>
          <a:stretch>
            <a:fillRect/>
          </a:stretch>
        </p:blipFill>
        <p:spPr>
          <a:xfrm>
            <a:off x="4001073" y="1192211"/>
            <a:ext cx="4189854" cy="965202"/>
          </a:xfrm>
          <a:prstGeom prst="rect">
            <a:avLst/>
          </a:prstGeom>
        </p:spPr>
      </p:pic>
    </p:spTree>
    <p:extLst>
      <p:ext uri="{BB962C8B-B14F-4D97-AF65-F5344CB8AC3E}">
        <p14:creationId xmlns:p14="http://schemas.microsoft.com/office/powerpoint/2010/main" val="1939129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4AE9C-BCE1-134F-9AA5-36AC0166BAB7}"/>
              </a:ext>
            </a:extLst>
          </p:cNvPr>
          <p:cNvSpPr>
            <a:spLocks noGrp="1"/>
          </p:cNvSpPr>
          <p:nvPr>
            <p:ph type="title" hasCustomPrompt="1"/>
          </p:nvPr>
        </p:nvSpPr>
        <p:spPr>
          <a:xfrm>
            <a:off x="2857500" y="300039"/>
            <a:ext cx="8503920" cy="957262"/>
          </a:xfrm>
        </p:spPr>
        <p:txBody>
          <a:bodyPr/>
          <a:lstStyle>
            <a:lvl1pPr>
              <a:defRPr>
                <a:solidFill>
                  <a:schemeClr val="bg1"/>
                </a:solidFill>
              </a:defRPr>
            </a:lvl1pPr>
          </a:lstStyle>
          <a:p>
            <a:r>
              <a:rPr lang="en-US" dirty="0"/>
              <a:t>1-Column Slide</a:t>
            </a:r>
          </a:p>
        </p:txBody>
      </p:sp>
      <p:sp>
        <p:nvSpPr>
          <p:cNvPr id="3" name="Content Placeholder 2">
            <a:extLst>
              <a:ext uri="{FF2B5EF4-FFF2-40B4-BE49-F238E27FC236}">
                <a16:creationId xmlns:a16="http://schemas.microsoft.com/office/drawing/2014/main" id="{5052DADA-DA3F-374B-8A2B-B0B5F1A463F1}"/>
              </a:ext>
            </a:extLst>
          </p:cNvPr>
          <p:cNvSpPr>
            <a:spLocks noGrp="1"/>
          </p:cNvSpPr>
          <p:nvPr>
            <p:ph idx="1" hasCustomPrompt="1"/>
          </p:nvPr>
        </p:nvSpPr>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6B57CC7-E80B-4E43-9A8C-58FE70FDAF35}"/>
              </a:ext>
            </a:extLst>
          </p:cNvPr>
          <p:cNvSpPr>
            <a:spLocks noGrp="1"/>
          </p:cNvSpPr>
          <p:nvPr>
            <p:ph type="dt" sz="half" idx="10"/>
          </p:nvPr>
        </p:nvSpPr>
        <p:spPr/>
        <p:txBody>
          <a:bodyPr/>
          <a:lstStyle/>
          <a:p>
            <a:fld id="{8254A545-610A-3246-BBF7-82AC132EB6A8}" type="datetimeFigureOut">
              <a:rPr lang="en-US" smtClean="0"/>
              <a:t>3/24/2026</a:t>
            </a:fld>
            <a:endParaRPr lang="en-US"/>
          </a:p>
        </p:txBody>
      </p:sp>
      <p:sp>
        <p:nvSpPr>
          <p:cNvPr id="5" name="Footer Placeholder 4">
            <a:extLst>
              <a:ext uri="{FF2B5EF4-FFF2-40B4-BE49-F238E27FC236}">
                <a16:creationId xmlns:a16="http://schemas.microsoft.com/office/drawing/2014/main" id="{06D4C005-7FB8-3D4C-96BE-CD8E4D1363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4D0C98-1C77-A04F-96D7-2FB871DF47C4}"/>
              </a:ext>
            </a:extLst>
          </p:cNvPr>
          <p:cNvSpPr>
            <a:spLocks noGrp="1"/>
          </p:cNvSpPr>
          <p:nvPr>
            <p:ph type="sldNum" sz="quarter" idx="12"/>
          </p:nvPr>
        </p:nvSpPr>
        <p:spPr/>
        <p:txBody>
          <a:bodyPr/>
          <a:lstStyle/>
          <a:p>
            <a:fld id="{8EF147F3-F4BF-2C46-AC54-645A1178D8F6}" type="slidenum">
              <a:rPr lang="en-US" smtClean="0"/>
              <a:t>‹#›</a:t>
            </a:fld>
            <a:endParaRPr lang="en-US"/>
          </a:p>
        </p:txBody>
      </p:sp>
      <p:pic>
        <p:nvPicPr>
          <p:cNvPr id="8" name="Picture 7" descr="&quot;WSU&quot; logo for Wichita State University." title="WSU Logo">
            <a:extLst>
              <a:ext uri="{FF2B5EF4-FFF2-40B4-BE49-F238E27FC236}">
                <a16:creationId xmlns:a16="http://schemas.microsoft.com/office/drawing/2014/main" id="{33B1789B-D0E4-4F47-8C64-CCCFE5CB8907}"/>
              </a:ext>
            </a:extLst>
          </p:cNvPr>
          <p:cNvPicPr>
            <a:picLocks noChangeAspect="1"/>
          </p:cNvPicPr>
          <p:nvPr userDrawn="1"/>
        </p:nvPicPr>
        <p:blipFill rotWithShape="1">
          <a:blip r:embed="rId3">
            <a:alphaModFix/>
          </a:blip>
          <a:srcRect b="37252"/>
          <a:stretch/>
        </p:blipFill>
        <p:spPr>
          <a:xfrm>
            <a:off x="-28576" y="111919"/>
            <a:ext cx="2030521" cy="1131094"/>
          </a:xfrm>
          <a:prstGeom prst="rect">
            <a:avLst/>
          </a:prstGeom>
        </p:spPr>
      </p:pic>
    </p:spTree>
    <p:extLst>
      <p:ext uri="{BB962C8B-B14F-4D97-AF65-F5344CB8AC3E}">
        <p14:creationId xmlns:p14="http://schemas.microsoft.com/office/powerpoint/2010/main" val="2497457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DDA10-D4F1-1246-AC76-4E99217B7F15}"/>
              </a:ext>
            </a:extLst>
          </p:cNvPr>
          <p:cNvSpPr>
            <a:spLocks noGrp="1"/>
          </p:cNvSpPr>
          <p:nvPr>
            <p:ph type="title" hasCustomPrompt="1"/>
          </p:nvPr>
        </p:nvSpPr>
        <p:spPr>
          <a:xfrm>
            <a:off x="2857500" y="301752"/>
            <a:ext cx="8503920" cy="960120"/>
          </a:xfrm>
        </p:spPr>
        <p:txBody>
          <a:bodyPr/>
          <a:lstStyle>
            <a:lvl1pPr>
              <a:defRPr>
                <a:solidFill>
                  <a:schemeClr val="bg1"/>
                </a:solidFill>
              </a:defRPr>
            </a:lvl1pPr>
          </a:lstStyle>
          <a:p>
            <a:r>
              <a:rPr lang="en-US" dirty="0"/>
              <a:t>2-Column Slide</a:t>
            </a:r>
          </a:p>
        </p:txBody>
      </p:sp>
      <p:sp>
        <p:nvSpPr>
          <p:cNvPr id="3" name="Content Placeholder 2">
            <a:extLst>
              <a:ext uri="{FF2B5EF4-FFF2-40B4-BE49-F238E27FC236}">
                <a16:creationId xmlns:a16="http://schemas.microsoft.com/office/drawing/2014/main" id="{7AB7A247-7DFC-E446-938A-2CA021AE3EDD}"/>
              </a:ext>
            </a:extLst>
          </p:cNvPr>
          <p:cNvSpPr>
            <a:spLocks noGrp="1"/>
          </p:cNvSpPr>
          <p:nvPr>
            <p:ph sz="half" idx="1" hasCustomPrompt="1"/>
          </p:nvPr>
        </p:nvSpPr>
        <p:spPr>
          <a:xfrm>
            <a:off x="838200" y="1825625"/>
            <a:ext cx="5181600" cy="4351338"/>
          </a:xfrm>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4B5206B-3FC0-CE41-90B0-155B2B1C6F2F}"/>
              </a:ext>
            </a:extLst>
          </p:cNvPr>
          <p:cNvSpPr>
            <a:spLocks noGrp="1"/>
          </p:cNvSpPr>
          <p:nvPr>
            <p:ph sz="half" idx="2" hasCustomPrompt="1"/>
          </p:nvPr>
        </p:nvSpPr>
        <p:spPr>
          <a:xfrm>
            <a:off x="6172200" y="1825625"/>
            <a:ext cx="5181600" cy="4351338"/>
          </a:xfrm>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DDF86D33-CD83-4040-BB1F-306A4D9B8E6E}"/>
              </a:ext>
            </a:extLst>
          </p:cNvPr>
          <p:cNvSpPr>
            <a:spLocks noGrp="1"/>
          </p:cNvSpPr>
          <p:nvPr>
            <p:ph type="dt" sz="half" idx="10"/>
          </p:nvPr>
        </p:nvSpPr>
        <p:spPr/>
        <p:txBody>
          <a:bodyPr/>
          <a:lstStyle/>
          <a:p>
            <a:fld id="{8254A545-610A-3246-BBF7-82AC132EB6A8}" type="datetimeFigureOut">
              <a:rPr lang="en-US" smtClean="0"/>
              <a:t>3/24/2026</a:t>
            </a:fld>
            <a:endParaRPr lang="en-US"/>
          </a:p>
        </p:txBody>
      </p:sp>
      <p:sp>
        <p:nvSpPr>
          <p:cNvPr id="6" name="Footer Placeholder 5">
            <a:extLst>
              <a:ext uri="{FF2B5EF4-FFF2-40B4-BE49-F238E27FC236}">
                <a16:creationId xmlns:a16="http://schemas.microsoft.com/office/drawing/2014/main" id="{E4CB5D88-544F-964C-84FC-051762122A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A67E06-089A-6846-8B48-B3A0F23DC958}"/>
              </a:ext>
            </a:extLst>
          </p:cNvPr>
          <p:cNvSpPr>
            <a:spLocks noGrp="1"/>
          </p:cNvSpPr>
          <p:nvPr>
            <p:ph type="sldNum" sz="quarter" idx="12"/>
          </p:nvPr>
        </p:nvSpPr>
        <p:spPr/>
        <p:txBody>
          <a:bodyPr/>
          <a:lstStyle/>
          <a:p>
            <a:fld id="{8EF147F3-F4BF-2C46-AC54-645A1178D8F6}" type="slidenum">
              <a:rPr lang="en-US" smtClean="0"/>
              <a:t>‹#›</a:t>
            </a:fld>
            <a:endParaRPr lang="en-US"/>
          </a:p>
        </p:txBody>
      </p:sp>
      <p:pic>
        <p:nvPicPr>
          <p:cNvPr id="8" name="Picture 7" descr="&quot;WSU&quot; logo for Wichita State University." title="WSU Logo">
            <a:extLst>
              <a:ext uri="{FF2B5EF4-FFF2-40B4-BE49-F238E27FC236}">
                <a16:creationId xmlns:a16="http://schemas.microsoft.com/office/drawing/2014/main" id="{BC3239E5-4689-FA43-AAF6-CE4F83EE41AC}"/>
              </a:ext>
            </a:extLst>
          </p:cNvPr>
          <p:cNvPicPr>
            <a:picLocks noChangeAspect="1"/>
          </p:cNvPicPr>
          <p:nvPr userDrawn="1"/>
        </p:nvPicPr>
        <p:blipFill rotWithShape="1">
          <a:blip r:embed="rId3">
            <a:alphaModFix/>
          </a:blip>
          <a:srcRect b="37252"/>
          <a:stretch/>
        </p:blipFill>
        <p:spPr>
          <a:xfrm>
            <a:off x="-28576" y="111919"/>
            <a:ext cx="2030521" cy="1131094"/>
          </a:xfrm>
          <a:prstGeom prst="rect">
            <a:avLst/>
          </a:prstGeom>
        </p:spPr>
      </p:pic>
    </p:spTree>
    <p:extLst>
      <p:ext uri="{BB962C8B-B14F-4D97-AF65-F5344CB8AC3E}">
        <p14:creationId xmlns:p14="http://schemas.microsoft.com/office/powerpoint/2010/main" val="180698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B0318-CC45-A342-AEE3-670F36387ECF}"/>
              </a:ext>
            </a:extLst>
          </p:cNvPr>
          <p:cNvSpPr>
            <a:spLocks noGrp="1"/>
          </p:cNvSpPr>
          <p:nvPr>
            <p:ph type="title" hasCustomPrompt="1"/>
          </p:nvPr>
        </p:nvSpPr>
        <p:spPr>
          <a:xfrm>
            <a:off x="831850" y="1709738"/>
            <a:ext cx="10515600" cy="2852737"/>
          </a:xfrm>
        </p:spPr>
        <p:txBody>
          <a:bodyPr anchor="b"/>
          <a:lstStyle>
            <a:lvl1pPr>
              <a:defRPr sz="6000"/>
            </a:lvl1pPr>
          </a:lstStyle>
          <a:p>
            <a:r>
              <a:rPr lang="en-US" dirty="0"/>
              <a:t>Divider Slide</a:t>
            </a:r>
          </a:p>
        </p:txBody>
      </p:sp>
      <p:sp>
        <p:nvSpPr>
          <p:cNvPr id="3" name="Text Placeholder 2">
            <a:extLst>
              <a:ext uri="{FF2B5EF4-FFF2-40B4-BE49-F238E27FC236}">
                <a16:creationId xmlns:a16="http://schemas.microsoft.com/office/drawing/2014/main" id="{DAA57E59-4F7B-3B4C-B9E7-67DE80EDB614}"/>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Or Alternative Title Slide</a:t>
            </a:r>
          </a:p>
        </p:txBody>
      </p:sp>
      <p:sp>
        <p:nvSpPr>
          <p:cNvPr id="4" name="Date Placeholder 3">
            <a:extLst>
              <a:ext uri="{FF2B5EF4-FFF2-40B4-BE49-F238E27FC236}">
                <a16:creationId xmlns:a16="http://schemas.microsoft.com/office/drawing/2014/main" id="{0A8DE7E8-47E7-104E-BF54-359C263C9962}"/>
              </a:ext>
            </a:extLst>
          </p:cNvPr>
          <p:cNvSpPr>
            <a:spLocks noGrp="1"/>
          </p:cNvSpPr>
          <p:nvPr>
            <p:ph type="dt" sz="half" idx="10"/>
          </p:nvPr>
        </p:nvSpPr>
        <p:spPr/>
        <p:txBody>
          <a:bodyPr/>
          <a:lstStyle/>
          <a:p>
            <a:fld id="{8254A545-610A-3246-BBF7-82AC132EB6A8}" type="datetimeFigureOut">
              <a:rPr lang="en-US" smtClean="0"/>
              <a:t>3/24/2026</a:t>
            </a:fld>
            <a:endParaRPr lang="en-US"/>
          </a:p>
        </p:txBody>
      </p:sp>
      <p:sp>
        <p:nvSpPr>
          <p:cNvPr id="5" name="Footer Placeholder 4">
            <a:extLst>
              <a:ext uri="{FF2B5EF4-FFF2-40B4-BE49-F238E27FC236}">
                <a16:creationId xmlns:a16="http://schemas.microsoft.com/office/drawing/2014/main" id="{7F2DE16E-EEEB-F04D-B629-FBE01C97F9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247F99-D730-2641-86EF-84BCC74BAAFB}"/>
              </a:ext>
            </a:extLst>
          </p:cNvPr>
          <p:cNvSpPr>
            <a:spLocks noGrp="1"/>
          </p:cNvSpPr>
          <p:nvPr>
            <p:ph type="sldNum" sz="quarter" idx="12"/>
          </p:nvPr>
        </p:nvSpPr>
        <p:spPr/>
        <p:txBody>
          <a:bodyPr/>
          <a:lstStyle/>
          <a:p>
            <a:fld id="{8EF147F3-F4BF-2C46-AC54-645A1178D8F6}" type="slidenum">
              <a:rPr lang="en-US" smtClean="0"/>
              <a:t>‹#›</a:t>
            </a:fld>
            <a:endParaRPr lang="en-US"/>
          </a:p>
        </p:txBody>
      </p:sp>
      <p:pic>
        <p:nvPicPr>
          <p:cNvPr id="7" name="Picture 6" descr="&quot;WSU&quot; logo for Wichita State University." title="WSU Logo">
            <a:extLst>
              <a:ext uri="{FF2B5EF4-FFF2-40B4-BE49-F238E27FC236}">
                <a16:creationId xmlns:a16="http://schemas.microsoft.com/office/drawing/2014/main" id="{0747E5A0-53E7-3649-A4F4-D53323CF508A}"/>
              </a:ext>
            </a:extLst>
          </p:cNvPr>
          <p:cNvPicPr>
            <a:picLocks noChangeAspect="1"/>
          </p:cNvPicPr>
          <p:nvPr userDrawn="1"/>
        </p:nvPicPr>
        <p:blipFill rotWithShape="1">
          <a:blip r:embed="rId3">
            <a:alphaModFix/>
          </a:blip>
          <a:srcRect b="37252"/>
          <a:stretch/>
        </p:blipFill>
        <p:spPr>
          <a:xfrm>
            <a:off x="-28576" y="111919"/>
            <a:ext cx="2030521" cy="1131094"/>
          </a:xfrm>
          <a:prstGeom prst="rect">
            <a:avLst/>
          </a:prstGeom>
        </p:spPr>
      </p:pic>
    </p:spTree>
    <p:extLst>
      <p:ext uri="{BB962C8B-B14F-4D97-AF65-F5344CB8AC3E}">
        <p14:creationId xmlns:p14="http://schemas.microsoft.com/office/powerpoint/2010/main" val="22895504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EE8205-8020-9E43-BDC9-8F0646FB42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DAD0D22-4086-394C-A571-C6BB444D3D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13091FC-EF27-E34B-B5FE-194D933C90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54A545-610A-3246-BBF7-82AC132EB6A8}" type="datetimeFigureOut">
              <a:rPr lang="en-US" smtClean="0"/>
              <a:t>3/24/2026</a:t>
            </a:fld>
            <a:endParaRPr lang="en-US"/>
          </a:p>
        </p:txBody>
      </p:sp>
      <p:sp>
        <p:nvSpPr>
          <p:cNvPr id="5" name="Footer Placeholder 4">
            <a:extLst>
              <a:ext uri="{FF2B5EF4-FFF2-40B4-BE49-F238E27FC236}">
                <a16:creationId xmlns:a16="http://schemas.microsoft.com/office/drawing/2014/main" id="{EB871301-3F06-5A49-A699-BBCBCEEE5F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A74BA5A-8069-9D49-A99F-3AD1783CEA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F147F3-F4BF-2C46-AC54-645A1178D8F6}" type="slidenum">
              <a:rPr lang="en-US" smtClean="0"/>
              <a:t>‹#›</a:t>
            </a:fld>
            <a:endParaRPr lang="en-US"/>
          </a:p>
        </p:txBody>
      </p:sp>
    </p:spTree>
    <p:extLst>
      <p:ext uri="{BB962C8B-B14F-4D97-AF65-F5344CB8AC3E}">
        <p14:creationId xmlns:p14="http://schemas.microsoft.com/office/powerpoint/2010/main" val="42264851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Data Science Capstone Project</a:t>
            </a:r>
          </a:p>
        </p:txBody>
      </p:sp>
      <p:sp>
        <p:nvSpPr>
          <p:cNvPr id="3" name="Subtitle 2"/>
          <p:cNvSpPr>
            <a:spLocks noGrp="1"/>
          </p:cNvSpPr>
          <p:nvPr>
            <p:ph type="subTitle" idx="1"/>
          </p:nvPr>
        </p:nvSpPr>
        <p:spPr>
          <a:xfrm>
            <a:off x="1524000" y="3709358"/>
            <a:ext cx="9144000" cy="2191110"/>
          </a:xfrm>
        </p:spPr>
        <p:txBody>
          <a:bodyPr>
            <a:normAutofit fontScale="55000" lnSpcReduction="20000"/>
          </a:bodyPr>
          <a:lstStyle/>
          <a:p>
            <a:r>
              <a:rPr lang="en-US" sz="4800" b="1" dirty="0">
                <a:latin typeface="Times New Roman" panose="02020603050405020304" pitchFamily="18" charset="0"/>
                <a:cs typeface="Times New Roman" panose="02020603050405020304" pitchFamily="18" charset="0"/>
              </a:rPr>
              <a:t>Local Governments Survey</a:t>
            </a:r>
          </a:p>
          <a:p>
            <a:br>
              <a:rPr lang="en-US" sz="4800" b="1" dirty="0">
                <a:latin typeface="Times New Roman" panose="02020603050405020304" pitchFamily="18" charset="0"/>
                <a:cs typeface="Times New Roman" panose="02020603050405020304" pitchFamily="18" charset="0"/>
              </a:rPr>
            </a:br>
            <a:r>
              <a:rPr lang="en-US" sz="3600" dirty="0"/>
              <a:t>Team #7</a:t>
            </a:r>
          </a:p>
          <a:p>
            <a:r>
              <a:rPr lang="en-US" sz="3600" dirty="0">
                <a:latin typeface="Times New Roman" panose="02020603050405020304" pitchFamily="18" charset="0"/>
                <a:cs typeface="Times New Roman" panose="02020603050405020304" pitchFamily="18" charset="0"/>
              </a:rPr>
              <a:t>Teja Sree Mukkapati-Q389W584</a:t>
            </a:r>
            <a:br>
              <a:rPr lang="en-US" sz="3600" dirty="0"/>
            </a:br>
            <a:r>
              <a:rPr lang="en-US" sz="3600" dirty="0">
                <a:latin typeface="Times New Roman" panose="02020603050405020304" pitchFamily="18" charset="0"/>
                <a:cs typeface="Times New Roman" panose="02020603050405020304" pitchFamily="18" charset="0"/>
              </a:rPr>
              <a:t>Anudeepthi </a:t>
            </a:r>
            <a:r>
              <a:rPr lang="en-US" sz="3600" dirty="0" err="1">
                <a:latin typeface="Times New Roman" panose="02020603050405020304" pitchFamily="18" charset="0"/>
                <a:cs typeface="Times New Roman" panose="02020603050405020304" pitchFamily="18" charset="0"/>
              </a:rPr>
              <a:t>Chirumamilla</a:t>
            </a:r>
            <a:r>
              <a:rPr lang="en-US" sz="3600" dirty="0">
                <a:latin typeface="Times New Roman" panose="02020603050405020304" pitchFamily="18" charset="0"/>
                <a:cs typeface="Times New Roman" panose="02020603050405020304" pitchFamily="18" charset="0"/>
              </a:rPr>
              <a:t>- Y828R524</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Rupali </a:t>
            </a:r>
            <a:r>
              <a:rPr lang="en-US" sz="3600" dirty="0" err="1">
                <a:latin typeface="Times New Roman" panose="02020603050405020304" pitchFamily="18" charset="0"/>
                <a:cs typeface="Times New Roman" panose="02020603050405020304" pitchFamily="18" charset="0"/>
              </a:rPr>
              <a:t>Avhad</a:t>
            </a:r>
            <a:r>
              <a:rPr lang="en-US" sz="3600" dirty="0">
                <a:latin typeface="Times New Roman" panose="02020603050405020304" pitchFamily="18" charset="0"/>
                <a:cs typeface="Times New Roman" panose="02020603050405020304" pitchFamily="18" charset="0"/>
              </a:rPr>
              <a:t> - d798z925</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a:t>
            </a:r>
            <a:endParaRPr lang="en-US" sz="3600" dirty="0"/>
          </a:p>
          <a:p>
            <a:endParaRPr lang="en-US" sz="3600" b="1" dirty="0">
              <a:latin typeface="Times New Roman" panose="02020603050405020304" pitchFamily="18" charset="0"/>
              <a:cs typeface="Times New Roman" panose="02020603050405020304" pitchFamily="18" charset="0"/>
            </a:endParaRPr>
          </a:p>
          <a:p>
            <a:endParaRPr lang="en-US" b="1" dirty="0"/>
          </a:p>
        </p:txBody>
      </p:sp>
    </p:spTree>
    <p:extLst>
      <p:ext uri="{BB962C8B-B14F-4D97-AF65-F5344CB8AC3E}">
        <p14:creationId xmlns:p14="http://schemas.microsoft.com/office/powerpoint/2010/main" val="2926726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C3BA6-30ED-038C-A8DE-D01DF9F3256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Project Overview</a:t>
            </a:r>
          </a:p>
        </p:txBody>
      </p:sp>
      <p:sp>
        <p:nvSpPr>
          <p:cNvPr id="3" name="Content Placeholder 2">
            <a:extLst>
              <a:ext uri="{FF2B5EF4-FFF2-40B4-BE49-F238E27FC236}">
                <a16:creationId xmlns:a16="http://schemas.microsoft.com/office/drawing/2014/main" id="{1E8C7EEC-58F9-FC7E-6B3F-93BBCB9DE431}"/>
              </a:ext>
            </a:extLst>
          </p:cNvPr>
          <p:cNvSpPr>
            <a:spLocks noGrp="1"/>
          </p:cNvSpPr>
          <p:nvPr>
            <p:ph idx="1"/>
          </p:nvPr>
        </p:nvSpPr>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Project Goal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goal of this project is to create a clean, analysis-ready harmonized dataset by aligning two real survey sources related to Kansas local governments:</a:t>
            </a:r>
          </a:p>
          <a:p>
            <a:r>
              <a:rPr lang="en-US" b="1" dirty="0">
                <a:latin typeface="Times New Roman" panose="02020603050405020304" pitchFamily="18" charset="0"/>
                <a:cs typeface="Times New Roman" panose="02020603050405020304" pitchFamily="18" charset="0"/>
              </a:rPr>
              <a:t>ARISE Kansas City Survey</a:t>
            </a:r>
            <a:r>
              <a:rPr lang="en-US" dirty="0">
                <a:latin typeface="Times New Roman" panose="02020603050405020304" pitchFamily="18" charset="0"/>
                <a:cs typeface="Times New Roman" panose="02020603050405020304" pitchFamily="18" charset="0"/>
              </a:rPr>
              <a:t> </a:t>
            </a:r>
          </a:p>
          <a:p>
            <a:r>
              <a:rPr lang="en-US" b="1" dirty="0" err="1">
                <a:latin typeface="Times New Roman" panose="02020603050405020304" pitchFamily="18" charset="0"/>
                <a:cs typeface="Times New Roman" panose="02020603050405020304" pitchFamily="18" charset="0"/>
              </a:rPr>
              <a:t>CivicPulse</a:t>
            </a:r>
            <a:r>
              <a:rPr lang="en-US" b="1" dirty="0">
                <a:latin typeface="Times New Roman" panose="02020603050405020304" pitchFamily="18" charset="0"/>
                <a:cs typeface="Times New Roman" panose="02020603050405020304" pitchFamily="18" charset="0"/>
              </a:rPr>
              <a:t> Kansas Sample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Although both surveys study similar themes such as workforce capacity, fiscal condition, infrastructure, preparedness, and service challenges, they use different wording, scales, and coding systems. Our work focuses on bringing these surveys into a shared analytical framework so they can be studied together.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3319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474B5-5A14-0A17-31A4-35C2D33D534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Why This Project Matters</a:t>
            </a:r>
          </a:p>
        </p:txBody>
      </p:sp>
      <p:sp>
        <p:nvSpPr>
          <p:cNvPr id="3" name="Content Placeholder 2">
            <a:extLst>
              <a:ext uri="{FF2B5EF4-FFF2-40B4-BE49-F238E27FC236}">
                <a16:creationId xmlns:a16="http://schemas.microsoft.com/office/drawing/2014/main" id="{207385EE-66BF-2807-9B52-C556D427BBA4}"/>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It is a real-world data harmonization project using imperfect survey data. </a:t>
            </a:r>
          </a:p>
          <a:p>
            <a:r>
              <a:rPr lang="en-US" dirty="0">
                <a:latin typeface="Times New Roman" panose="02020603050405020304" pitchFamily="18" charset="0"/>
                <a:cs typeface="Times New Roman" panose="02020603050405020304" pitchFamily="18" charset="0"/>
              </a:rPr>
              <a:t>It gives practical experience in data cleaning, recoding, documentation, and merging. </a:t>
            </a:r>
          </a:p>
          <a:p>
            <a:r>
              <a:rPr lang="en-US" dirty="0">
                <a:latin typeface="Times New Roman" panose="02020603050405020304" pitchFamily="18" charset="0"/>
                <a:cs typeface="Times New Roman" panose="02020603050405020304" pitchFamily="18" charset="0"/>
              </a:rPr>
              <a:t>It strengthens core data science skills such as handling missing values, aligning variables, and creating reproducible workflows. </a:t>
            </a:r>
          </a:p>
          <a:p>
            <a:r>
              <a:rPr lang="en-US" dirty="0">
                <a:latin typeface="Times New Roman" panose="02020603050405020304" pitchFamily="18" charset="0"/>
                <a:cs typeface="Times New Roman" panose="02020603050405020304" pitchFamily="18" charset="0"/>
              </a:rPr>
              <a:t>It has policy relevance because it helps study the challenges faced by Kansas local governments. </a:t>
            </a:r>
          </a:p>
          <a:p>
            <a:r>
              <a:rPr lang="en-US" dirty="0">
                <a:latin typeface="Times New Roman" panose="02020603050405020304" pitchFamily="18" charset="0"/>
                <a:cs typeface="Times New Roman" panose="02020603050405020304" pitchFamily="18" charset="0"/>
              </a:rPr>
              <a:t>It is a strong portfolio project because it shows end-to-end work from raw data to harmonized outputs and insights.</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6850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A65C5-E969-73E3-B3D1-38FF82DF965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Datasets Used</a:t>
            </a:r>
          </a:p>
        </p:txBody>
      </p:sp>
      <p:sp>
        <p:nvSpPr>
          <p:cNvPr id="3" name="Content Placeholder 2">
            <a:extLst>
              <a:ext uri="{FF2B5EF4-FFF2-40B4-BE49-F238E27FC236}">
                <a16:creationId xmlns:a16="http://schemas.microsoft.com/office/drawing/2014/main" id="{960030BE-FA9F-61C2-2CCA-040470690EED}"/>
              </a:ext>
            </a:extLst>
          </p:cNvPr>
          <p:cNvSpPr>
            <a:spLocks noGrp="1"/>
          </p:cNvSpPr>
          <p:nvPr>
            <p:ph idx="1"/>
          </p:nvPr>
        </p:nvSpPr>
        <p:spPr/>
        <p:txBody>
          <a:bodyPr>
            <a:normAutofit fontScale="92500" lnSpcReduction="10000"/>
          </a:bodyPr>
          <a:lstStyle/>
          <a:p>
            <a:pPr marL="0" indent="0">
              <a:buNone/>
            </a:pPr>
            <a:r>
              <a:rPr lang="en-IN" b="1" dirty="0">
                <a:latin typeface="Times New Roman" panose="02020603050405020304" pitchFamily="18" charset="0"/>
                <a:cs typeface="Times New Roman" panose="02020603050405020304" pitchFamily="18" charset="0"/>
              </a:rPr>
              <a:t>1. ARISE Kansas City Survey</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Kansas-only city survey </a:t>
            </a:r>
          </a:p>
          <a:p>
            <a:r>
              <a:rPr lang="en-IN" dirty="0">
                <a:latin typeface="Times New Roman" panose="02020603050405020304" pitchFamily="18" charset="0"/>
                <a:cs typeface="Times New Roman" panose="02020603050405020304" pitchFamily="18" charset="0"/>
              </a:rPr>
              <a:t>Contains </a:t>
            </a:r>
            <a:r>
              <a:rPr lang="en-IN" b="1" dirty="0">
                <a:latin typeface="Times New Roman" panose="02020603050405020304" pitchFamily="18" charset="0"/>
                <a:cs typeface="Times New Roman" panose="02020603050405020304" pitchFamily="18" charset="0"/>
              </a:rPr>
              <a:t>309 responses</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91 variables</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Includes information on infrastructure systems, governance capacity, grant challenges, fiscal stress, hazard concerns, and preparedness. </a:t>
            </a:r>
          </a:p>
          <a:p>
            <a:pPr marL="0" indent="0">
              <a:buNone/>
            </a:pPr>
            <a:r>
              <a:rPr lang="en-IN" b="1" dirty="0">
                <a:latin typeface="Times New Roman" panose="02020603050405020304" pitchFamily="18" charset="0"/>
                <a:cs typeface="Times New Roman" panose="02020603050405020304" pitchFamily="18" charset="0"/>
              </a:rPr>
              <a:t>2. </a:t>
            </a:r>
            <a:r>
              <a:rPr lang="en-IN" b="1" dirty="0" err="1">
                <a:latin typeface="Times New Roman" panose="02020603050405020304" pitchFamily="18" charset="0"/>
                <a:cs typeface="Times New Roman" panose="02020603050405020304" pitchFamily="18" charset="0"/>
              </a:rPr>
              <a:t>CivicPulse</a:t>
            </a:r>
            <a:r>
              <a:rPr lang="en-IN" b="1" dirty="0">
                <a:latin typeface="Times New Roman" panose="02020603050405020304" pitchFamily="18" charset="0"/>
                <a:cs typeface="Times New Roman" panose="02020603050405020304" pitchFamily="18" charset="0"/>
              </a:rPr>
              <a:t> Kansas Sample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Kansas subset from a nationwide local government survey </a:t>
            </a:r>
          </a:p>
          <a:p>
            <a:r>
              <a:rPr lang="en-IN" dirty="0">
                <a:latin typeface="Times New Roman" panose="02020603050405020304" pitchFamily="18" charset="0"/>
                <a:cs typeface="Times New Roman" panose="02020603050405020304" pitchFamily="18" charset="0"/>
              </a:rPr>
              <a:t>Contains </a:t>
            </a:r>
            <a:r>
              <a:rPr lang="en-IN" b="1" dirty="0">
                <a:latin typeface="Times New Roman" panose="02020603050405020304" pitchFamily="18" charset="0"/>
                <a:cs typeface="Times New Roman" panose="02020603050405020304" pitchFamily="18" charset="0"/>
              </a:rPr>
              <a:t>135 rows</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74 columns</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Includes workforce challenges, fiscal condition, infrastructure financing, metadata, and coded response variables.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3265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7B36E-FA4B-5F4A-62FA-0A230C636745}"/>
              </a:ext>
            </a:extLst>
          </p:cNvPr>
          <p:cNvSpPr>
            <a:spLocks noGrp="1"/>
          </p:cNvSpPr>
          <p:nvPr>
            <p:ph type="title"/>
          </p:nvPr>
        </p:nvSpPr>
        <p:spPr>
          <a:xfrm>
            <a:off x="2857500" y="300039"/>
            <a:ext cx="8503920" cy="957262"/>
          </a:xfrm>
        </p:spPr>
        <p:txBody>
          <a:bodyPr anchor="ctr">
            <a:normAutofit/>
          </a:bodyPr>
          <a:lstStyle/>
          <a:p>
            <a:r>
              <a:rPr lang="en-IN" dirty="0">
                <a:latin typeface="Times New Roman" panose="02020603050405020304" pitchFamily="18" charset="0"/>
                <a:cs typeface="Times New Roman" panose="02020603050405020304" pitchFamily="18" charset="0"/>
              </a:rPr>
              <a:t>ARISE-Datasets</a:t>
            </a:r>
          </a:p>
        </p:txBody>
      </p:sp>
      <p:pic>
        <p:nvPicPr>
          <p:cNvPr id="5" name="Content Placeholder 4">
            <a:extLst>
              <a:ext uri="{FF2B5EF4-FFF2-40B4-BE49-F238E27FC236}">
                <a16:creationId xmlns:a16="http://schemas.microsoft.com/office/drawing/2014/main" id="{4D682EF2-C431-F669-B25C-60F3B23F0DD1}"/>
              </a:ext>
            </a:extLst>
          </p:cNvPr>
          <p:cNvPicPr>
            <a:picLocks noGrp="1" noChangeAspect="1"/>
          </p:cNvPicPr>
          <p:nvPr>
            <p:ph idx="1"/>
          </p:nvPr>
        </p:nvPicPr>
        <p:blipFill>
          <a:blip r:embed="rId2"/>
          <a:srcRect t="13475" b="18690"/>
          <a:stretch>
            <a:fillRect/>
          </a:stretch>
        </p:blipFill>
        <p:spPr>
          <a:xfrm>
            <a:off x="838200" y="1825625"/>
            <a:ext cx="10515600" cy="4351338"/>
          </a:xfrm>
          <a:prstGeom prst="rect">
            <a:avLst/>
          </a:prstGeom>
          <a:noFill/>
        </p:spPr>
      </p:pic>
    </p:spTree>
    <p:extLst>
      <p:ext uri="{BB962C8B-B14F-4D97-AF65-F5344CB8AC3E}">
        <p14:creationId xmlns:p14="http://schemas.microsoft.com/office/powerpoint/2010/main" val="1472114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682ED-16CB-7C3E-3FC9-226B170FA110}"/>
              </a:ext>
            </a:extLst>
          </p:cNvPr>
          <p:cNvSpPr>
            <a:spLocks noGrp="1"/>
          </p:cNvSpPr>
          <p:nvPr>
            <p:ph type="title"/>
          </p:nvPr>
        </p:nvSpPr>
        <p:spPr>
          <a:xfrm>
            <a:off x="2857500" y="300039"/>
            <a:ext cx="8503920" cy="957262"/>
          </a:xfrm>
        </p:spPr>
        <p:txBody>
          <a:bodyPr anchor="ctr">
            <a:normAutofit/>
          </a:bodyPr>
          <a:lstStyle/>
          <a:p>
            <a:r>
              <a:rPr lang="en-IN" dirty="0">
                <a:latin typeface="Times New Roman" panose="02020603050405020304" pitchFamily="18" charset="0"/>
                <a:cs typeface="Times New Roman" panose="02020603050405020304" pitchFamily="18" charset="0"/>
              </a:rPr>
              <a:t>Civic -Dataset</a:t>
            </a:r>
          </a:p>
        </p:txBody>
      </p:sp>
      <p:pic>
        <p:nvPicPr>
          <p:cNvPr id="4" name="Content Placeholder 4">
            <a:extLst>
              <a:ext uri="{FF2B5EF4-FFF2-40B4-BE49-F238E27FC236}">
                <a16:creationId xmlns:a16="http://schemas.microsoft.com/office/drawing/2014/main" id="{C780F4D2-2017-F214-EB1C-9DEAF2719CC8}"/>
              </a:ext>
            </a:extLst>
          </p:cNvPr>
          <p:cNvPicPr>
            <a:picLocks noGrp="1" noChangeAspect="1"/>
          </p:cNvPicPr>
          <p:nvPr>
            <p:ph idx="1"/>
          </p:nvPr>
        </p:nvPicPr>
        <p:blipFill>
          <a:blip r:embed="rId2"/>
          <a:srcRect r="7563"/>
          <a:stretch>
            <a:fillRect/>
          </a:stretch>
        </p:blipFill>
        <p:spPr>
          <a:xfrm>
            <a:off x="838200" y="1825625"/>
            <a:ext cx="10515600" cy="4351338"/>
          </a:xfrm>
          <a:prstGeom prst="rect">
            <a:avLst/>
          </a:prstGeom>
          <a:noFill/>
        </p:spPr>
      </p:pic>
    </p:spTree>
    <p:extLst>
      <p:ext uri="{BB962C8B-B14F-4D97-AF65-F5344CB8AC3E}">
        <p14:creationId xmlns:p14="http://schemas.microsoft.com/office/powerpoint/2010/main" val="2295330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AD86B-B379-FD5E-6FE8-AEE29435AC2B}"/>
              </a:ext>
            </a:extLst>
          </p:cNvPr>
          <p:cNvSpPr>
            <a:spLocks noGrp="1"/>
          </p:cNvSpPr>
          <p:nvPr>
            <p:ph type="title"/>
          </p:nvPr>
        </p:nvSpPr>
        <p:spPr/>
        <p:txBody>
          <a:bodyPr>
            <a:normAutofit fontScale="90000"/>
          </a:bodyPr>
          <a:lstStyle/>
          <a:p>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Understanding the Survey Structure</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76AB0D9-1E26-1F8F-2664-950BCE361930}"/>
              </a:ext>
            </a:extLst>
          </p:cNvPr>
          <p:cNvSpPr>
            <a:spLocks noGrp="1"/>
          </p:cNvSpPr>
          <p:nvPr>
            <p:ph idx="1"/>
          </p:nvPr>
        </p:nvSpPr>
        <p:spPr/>
        <p:txBody>
          <a:bodyPr>
            <a:normAutofit lnSpcReduction="10000"/>
          </a:bodyPr>
          <a:lstStyle/>
          <a:p>
            <a:pPr marL="0" indent="0">
              <a:buNone/>
            </a:pPr>
            <a:r>
              <a:rPr lang="en-IN" b="1" dirty="0">
                <a:latin typeface="Times New Roman" panose="02020603050405020304" pitchFamily="18" charset="0"/>
                <a:cs typeface="Times New Roman" panose="02020603050405020304" pitchFamily="18" charset="0"/>
              </a:rPr>
              <a:t>How the two surveys are structured</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Both surveys contain:</a:t>
            </a:r>
          </a:p>
          <a:p>
            <a:r>
              <a:rPr lang="en-IN" dirty="0">
                <a:latin typeface="Times New Roman" panose="02020603050405020304" pitchFamily="18" charset="0"/>
                <a:cs typeface="Times New Roman" panose="02020603050405020304" pitchFamily="18" charset="0"/>
              </a:rPr>
              <a:t>metadata variables </a:t>
            </a:r>
          </a:p>
          <a:p>
            <a:r>
              <a:rPr lang="en-IN" dirty="0">
                <a:latin typeface="Times New Roman" panose="02020603050405020304" pitchFamily="18" charset="0"/>
                <a:cs typeface="Times New Roman" panose="02020603050405020304" pitchFamily="18" charset="0"/>
              </a:rPr>
              <a:t>rating scale variables </a:t>
            </a:r>
          </a:p>
          <a:p>
            <a:r>
              <a:rPr lang="en-IN" dirty="0">
                <a:latin typeface="Times New Roman" panose="02020603050405020304" pitchFamily="18" charset="0"/>
                <a:cs typeface="Times New Roman" panose="02020603050405020304" pitchFamily="18" charset="0"/>
              </a:rPr>
              <a:t>coded or multi-select survey responses </a:t>
            </a:r>
          </a:p>
          <a:p>
            <a:pPr marL="0" indent="0">
              <a:buNone/>
            </a:pPr>
            <a:r>
              <a:rPr lang="en-IN" b="1" dirty="0">
                <a:latin typeface="Times New Roman" panose="02020603050405020304" pitchFamily="18" charset="0"/>
                <a:cs typeface="Times New Roman" panose="02020603050405020304" pitchFamily="18" charset="0"/>
              </a:rPr>
              <a:t>ARISE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Uses variable names like </a:t>
            </a:r>
            <a:r>
              <a:rPr lang="en-IN" b="1" dirty="0">
                <a:latin typeface="Times New Roman" panose="02020603050405020304" pitchFamily="18" charset="0"/>
                <a:cs typeface="Times New Roman" panose="02020603050405020304" pitchFamily="18" charset="0"/>
              </a:rPr>
              <a:t>Q8, Q119, Q9 series, Q10 series</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Includes ranking questions, Likert-type responses, and binary program indicators.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1291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03B56-2447-80E6-7BE2-DF925947C483}"/>
              </a:ext>
            </a:extLst>
          </p:cNvPr>
          <p:cNvSpPr>
            <a:spLocks noGrp="1"/>
          </p:cNvSpPr>
          <p:nvPr>
            <p:ph type="title"/>
          </p:nvPr>
        </p:nvSpPr>
        <p:spPr/>
        <p:txBody>
          <a:bodyPr>
            <a:normAutofit fontScale="90000"/>
          </a:bodyPr>
          <a:lstStyle/>
          <a:p>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Understanding the Survey Structure</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0AE4B7C-62B6-AA92-5365-BBAC4E449506}"/>
              </a:ext>
            </a:extLst>
          </p:cNvPr>
          <p:cNvSpPr>
            <a:spLocks noGrp="1"/>
          </p:cNvSpPr>
          <p:nvPr>
            <p:ph idx="1"/>
          </p:nvPr>
        </p:nvSpPr>
        <p:spPr/>
        <p:txBody>
          <a:bodyPr/>
          <a:lstStyle/>
          <a:p>
            <a:pPr marL="0" indent="0">
              <a:buNone/>
            </a:pPr>
            <a:r>
              <a:rPr lang="en-IN" b="1" dirty="0" err="1">
                <a:latin typeface="Times New Roman" panose="02020603050405020304" pitchFamily="18" charset="0"/>
                <a:cs typeface="Times New Roman" panose="02020603050405020304" pitchFamily="18" charset="0"/>
              </a:rPr>
              <a:t>CivicPulse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Uses variable names like </a:t>
            </a:r>
            <a:r>
              <a:rPr lang="en-IN" b="1" dirty="0" err="1">
                <a:latin typeface="Times New Roman" panose="02020603050405020304" pitchFamily="18" charset="0"/>
                <a:cs typeface="Times New Roman" panose="02020603050405020304" pitchFamily="18" charset="0"/>
              </a:rPr>
              <a:t>Workforce_SC</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Condition_SC</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Infra_GR_spending</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Includes metadata, response variables, and multi-select coded fields.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096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7BB95-48DA-9761-2E0B-C64D0A0641E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Role of the Codebooks</a:t>
            </a:r>
          </a:p>
        </p:txBody>
      </p:sp>
      <p:sp>
        <p:nvSpPr>
          <p:cNvPr id="3" name="Content Placeholder 2">
            <a:extLst>
              <a:ext uri="{FF2B5EF4-FFF2-40B4-BE49-F238E27FC236}">
                <a16:creationId xmlns:a16="http://schemas.microsoft.com/office/drawing/2014/main" id="{1DC5A57A-2154-78E1-6050-475925F65C12}"/>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Why codebooks were essential</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codebooks were used to:</a:t>
            </a:r>
          </a:p>
          <a:p>
            <a:r>
              <a:rPr lang="en-US" dirty="0">
                <a:latin typeface="Times New Roman" panose="02020603050405020304" pitchFamily="18" charset="0"/>
                <a:cs typeface="Times New Roman" panose="02020603050405020304" pitchFamily="18" charset="0"/>
              </a:rPr>
              <a:t>understand the meaning of each variable </a:t>
            </a:r>
          </a:p>
          <a:p>
            <a:r>
              <a:rPr lang="en-US" dirty="0">
                <a:latin typeface="Times New Roman" panose="02020603050405020304" pitchFamily="18" charset="0"/>
                <a:cs typeface="Times New Roman" panose="02020603050405020304" pitchFamily="18" charset="0"/>
              </a:rPr>
              <a:t>decode response labels and value meanings </a:t>
            </a:r>
          </a:p>
          <a:p>
            <a:r>
              <a:rPr lang="en-US" dirty="0">
                <a:latin typeface="Times New Roman" panose="02020603050405020304" pitchFamily="18" charset="0"/>
                <a:cs typeface="Times New Roman" panose="02020603050405020304" pitchFamily="18" charset="0"/>
              </a:rPr>
              <a:t>identify missing-value representations </a:t>
            </a:r>
          </a:p>
          <a:p>
            <a:r>
              <a:rPr lang="en-US" dirty="0">
                <a:latin typeface="Times New Roman" panose="02020603050405020304" pitchFamily="18" charset="0"/>
                <a:cs typeface="Times New Roman" panose="02020603050405020304" pitchFamily="18" charset="0"/>
              </a:rPr>
              <a:t>interpret both surveys consistently </a:t>
            </a:r>
          </a:p>
          <a:p>
            <a:r>
              <a:rPr lang="en-US" dirty="0">
                <a:latin typeface="Times New Roman" panose="02020603050405020304" pitchFamily="18" charset="0"/>
                <a:cs typeface="Times New Roman" panose="02020603050405020304" pitchFamily="18" charset="0"/>
              </a:rPr>
              <a:t>confirm whether variables were conceptually comparable across datasets.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1633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BBD7D-E508-6B20-B492-42EBA31D413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Role of the Codebooks</a:t>
            </a:r>
          </a:p>
        </p:txBody>
      </p:sp>
      <p:sp>
        <p:nvSpPr>
          <p:cNvPr id="3" name="Content Placeholder 2">
            <a:extLst>
              <a:ext uri="{FF2B5EF4-FFF2-40B4-BE49-F238E27FC236}">
                <a16:creationId xmlns:a16="http://schemas.microsoft.com/office/drawing/2014/main" id="{F274DCB9-F643-7427-0EA7-39C3D6BE2787}"/>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Example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 ARISE, numeric values can represent hazard codes, rank positions, or rating scales depending on the question, so the codebook is necessary for correct interpretation.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3240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5DA06-6609-ED70-D394-496F287384D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Two Code Books</a:t>
            </a:r>
          </a:p>
        </p:txBody>
      </p:sp>
      <p:pic>
        <p:nvPicPr>
          <p:cNvPr id="5" name="Content Placeholder 4">
            <a:extLst>
              <a:ext uri="{FF2B5EF4-FFF2-40B4-BE49-F238E27FC236}">
                <a16:creationId xmlns:a16="http://schemas.microsoft.com/office/drawing/2014/main" id="{F48CFD11-7EBE-715B-EFC0-0939583E96DE}"/>
              </a:ext>
            </a:extLst>
          </p:cNvPr>
          <p:cNvPicPr>
            <a:picLocks noGrp="1" noChangeAspect="1"/>
          </p:cNvPicPr>
          <p:nvPr>
            <p:ph idx="1"/>
          </p:nvPr>
        </p:nvPicPr>
        <p:blipFill>
          <a:blip r:embed="rId2"/>
          <a:stretch>
            <a:fillRect/>
          </a:stretch>
        </p:blipFill>
        <p:spPr>
          <a:xfrm>
            <a:off x="184838" y="1749425"/>
            <a:ext cx="5787337" cy="4351338"/>
          </a:xfrm>
          <a:prstGeom prst="rect">
            <a:avLst/>
          </a:prstGeom>
        </p:spPr>
      </p:pic>
      <p:pic>
        <p:nvPicPr>
          <p:cNvPr id="7" name="Picture 6">
            <a:extLst>
              <a:ext uri="{FF2B5EF4-FFF2-40B4-BE49-F238E27FC236}">
                <a16:creationId xmlns:a16="http://schemas.microsoft.com/office/drawing/2014/main" id="{6838F5D5-4645-1EED-8999-06EAA726205E}"/>
              </a:ext>
            </a:extLst>
          </p:cNvPr>
          <p:cNvPicPr>
            <a:picLocks noChangeAspect="1"/>
          </p:cNvPicPr>
          <p:nvPr/>
        </p:nvPicPr>
        <p:blipFill>
          <a:blip r:embed="rId3"/>
          <a:stretch>
            <a:fillRect/>
          </a:stretch>
        </p:blipFill>
        <p:spPr>
          <a:xfrm>
            <a:off x="6444267" y="1877219"/>
            <a:ext cx="5300057" cy="4095749"/>
          </a:xfrm>
          <a:prstGeom prst="rect">
            <a:avLst/>
          </a:prstGeom>
        </p:spPr>
      </p:pic>
    </p:spTree>
    <p:extLst>
      <p:ext uri="{BB962C8B-B14F-4D97-AF65-F5344CB8AC3E}">
        <p14:creationId xmlns:p14="http://schemas.microsoft.com/office/powerpoint/2010/main" val="1642773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E5AAE-9CE8-F4E4-906D-D5F0B478B59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745AC4A0-361C-5DB3-E27A-4BB8A04E6627}"/>
              </a:ext>
            </a:extLst>
          </p:cNvPr>
          <p:cNvSpPr>
            <a:spLocks noGrp="1"/>
          </p:cNvSpPr>
          <p:nvPr>
            <p:ph idx="1"/>
          </p:nvPr>
        </p:nvSpPr>
        <p:spPr>
          <a:xfrm>
            <a:off x="677333" y="1825625"/>
            <a:ext cx="10676467" cy="4351338"/>
          </a:xfrm>
        </p:spPr>
        <p:txBody>
          <a:bodyPr>
            <a:normAutofit fontScale="92500" lnSpcReduction="20000"/>
          </a:bodyPr>
          <a:lstStyle/>
          <a:p>
            <a:pPr marL="0" indent="0">
              <a:buNone/>
            </a:pPr>
            <a:r>
              <a:rPr lang="en-US" b="1" dirty="0">
                <a:latin typeface="Times New Roman" panose="02020603050405020304" pitchFamily="18" charset="0"/>
                <a:cs typeface="Times New Roman" panose="02020603050405020304" pitchFamily="18" charset="0"/>
              </a:rPr>
              <a:t>Main problem</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 two surveys cover similar concepts, but they cannot be directly compared because they differ in:</a:t>
            </a:r>
          </a:p>
          <a:p>
            <a:r>
              <a:rPr lang="en-US" dirty="0">
                <a:latin typeface="Times New Roman" panose="02020603050405020304" pitchFamily="18" charset="0"/>
                <a:cs typeface="Times New Roman" panose="02020603050405020304" pitchFamily="18" charset="0"/>
              </a:rPr>
              <a:t>variable naming style </a:t>
            </a:r>
          </a:p>
          <a:p>
            <a:r>
              <a:rPr lang="en-US" dirty="0">
                <a:latin typeface="Times New Roman" panose="02020603050405020304" pitchFamily="18" charset="0"/>
                <a:cs typeface="Times New Roman" panose="02020603050405020304" pitchFamily="18" charset="0"/>
              </a:rPr>
              <a:t>question wording </a:t>
            </a:r>
          </a:p>
          <a:p>
            <a:r>
              <a:rPr lang="en-US" dirty="0">
                <a:latin typeface="Times New Roman" panose="02020603050405020304" pitchFamily="18" charset="0"/>
                <a:cs typeface="Times New Roman" panose="02020603050405020304" pitchFamily="18" charset="0"/>
              </a:rPr>
              <a:t>response format </a:t>
            </a:r>
          </a:p>
          <a:p>
            <a:r>
              <a:rPr lang="en-US" dirty="0">
                <a:latin typeface="Times New Roman" panose="02020603050405020304" pitchFamily="18" charset="0"/>
                <a:cs typeface="Times New Roman" panose="02020603050405020304" pitchFamily="18" charset="0"/>
              </a:rPr>
              <a:t>coding structure </a:t>
            </a:r>
          </a:p>
          <a:p>
            <a:r>
              <a:rPr lang="en-US" dirty="0">
                <a:latin typeface="Times New Roman" panose="02020603050405020304" pitchFamily="18" charset="0"/>
                <a:cs typeface="Times New Roman" panose="02020603050405020304" pitchFamily="18" charset="0"/>
              </a:rPr>
              <a:t>level of detail </a:t>
            </a:r>
          </a:p>
          <a:p>
            <a:r>
              <a:rPr lang="en-US" dirty="0">
                <a:latin typeface="Times New Roman" panose="02020603050405020304" pitchFamily="18" charset="0"/>
                <a:cs typeface="Times New Roman" panose="02020603050405020304" pitchFamily="18" charset="0"/>
              </a:rPr>
              <a:t>missing-value labels </a:t>
            </a:r>
          </a:p>
          <a:p>
            <a:pPr marL="0" indent="0">
              <a:buNone/>
            </a:pPr>
            <a:r>
              <a:rPr lang="en-US" dirty="0">
                <a:latin typeface="Times New Roman" panose="02020603050405020304" pitchFamily="18" charset="0"/>
                <a:cs typeface="Times New Roman" panose="02020603050405020304" pitchFamily="18" charset="0"/>
              </a:rPr>
              <a:t>Because of this, we needed a </a:t>
            </a:r>
            <a:r>
              <a:rPr lang="en-US" b="1" dirty="0">
                <a:latin typeface="Times New Roman" panose="02020603050405020304" pitchFamily="18" charset="0"/>
                <a:cs typeface="Times New Roman" panose="02020603050405020304" pitchFamily="18" charset="0"/>
              </a:rPr>
              <a:t>crosswalk table</a:t>
            </a:r>
            <a:r>
              <a:rPr lang="en-US" dirty="0">
                <a:latin typeface="Times New Roman" panose="02020603050405020304" pitchFamily="18" charset="0"/>
                <a:cs typeface="Times New Roman" panose="02020603050405020304" pitchFamily="18" charset="0"/>
              </a:rPr>
              <a:t> to create a common framework for harmonization and later analysis. </a:t>
            </a:r>
          </a:p>
        </p:txBody>
      </p:sp>
    </p:spTree>
    <p:extLst>
      <p:ext uri="{BB962C8B-B14F-4D97-AF65-F5344CB8AC3E}">
        <p14:creationId xmlns:p14="http://schemas.microsoft.com/office/powerpoint/2010/main" val="333696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12E3A-798B-A0C4-BE87-C07A97FF9AB5}"/>
              </a:ext>
            </a:extLst>
          </p:cNvPr>
          <p:cNvSpPr>
            <a:spLocks noGrp="1"/>
          </p:cNvSpPr>
          <p:nvPr>
            <p:ph type="title"/>
          </p:nvPr>
        </p:nvSpPr>
        <p:spPr>
          <a:xfrm>
            <a:off x="2857500" y="301752"/>
            <a:ext cx="8503920" cy="960120"/>
          </a:xfrm>
        </p:spPr>
        <p:txBody>
          <a:bodyPr anchor="ctr">
            <a:normAutofit/>
          </a:bodyPr>
          <a:lstStyle/>
          <a:p>
            <a:r>
              <a:rPr lang="en-IN" dirty="0">
                <a:latin typeface="Times New Roman" panose="02020603050405020304" pitchFamily="18" charset="0"/>
                <a:cs typeface="Times New Roman" panose="02020603050405020304" pitchFamily="18" charset="0"/>
              </a:rPr>
              <a:t>Crosswalk Table Purpose</a:t>
            </a:r>
          </a:p>
        </p:txBody>
      </p:sp>
      <p:sp>
        <p:nvSpPr>
          <p:cNvPr id="5" name="Rectangle 2">
            <a:extLst>
              <a:ext uri="{FF2B5EF4-FFF2-40B4-BE49-F238E27FC236}">
                <a16:creationId xmlns:a16="http://schemas.microsoft.com/office/drawing/2014/main" id="{DF49E02F-7155-88BE-7EBB-FF97EF4F6E0A}"/>
              </a:ext>
            </a:extLst>
          </p:cNvPr>
          <p:cNvSpPr>
            <a:spLocks noGrp="1" noChangeArrowheads="1"/>
          </p:cNvSpPr>
          <p:nvPr>
            <p:ph sz="half" idx="1"/>
          </p:nvPr>
        </p:nvSpPr>
        <p:spPr bwMode="auto">
          <a:xfrm>
            <a:off x="838200" y="1825625"/>
            <a:ext cx="5181600" cy="435133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buNone/>
            </a:pPr>
            <a:r>
              <a:rPr lang="en-US" sz="2000" b="1" dirty="0">
                <a:latin typeface="Times New Roman" panose="02020603050405020304" pitchFamily="18" charset="0"/>
                <a:cs typeface="Times New Roman" panose="02020603050405020304" pitchFamily="18" charset="0"/>
              </a:rPr>
              <a:t>Purpose of the Crosswalk Table</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crosswalk is the core document that aligns ARISE and </a:t>
            </a:r>
            <a:r>
              <a:rPr lang="en-US" sz="2000" dirty="0" err="1">
                <a:latin typeface="Times New Roman" panose="02020603050405020304" pitchFamily="18" charset="0"/>
                <a:cs typeface="Times New Roman" panose="02020603050405020304" pitchFamily="18" charset="0"/>
              </a:rPr>
              <a:t>CivicPulse</a:t>
            </a:r>
            <a:r>
              <a:rPr lang="en-US" sz="2000" dirty="0">
                <a:latin typeface="Times New Roman" panose="02020603050405020304" pitchFamily="18" charset="0"/>
                <a:cs typeface="Times New Roman" panose="02020603050405020304" pitchFamily="18" charset="0"/>
              </a:rPr>
              <a:t> variables.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It helps define:</a:t>
            </a:r>
          </a:p>
          <a:p>
            <a:r>
              <a:rPr lang="en-US" sz="2000" dirty="0">
                <a:latin typeface="Times New Roman" panose="02020603050405020304" pitchFamily="18" charset="0"/>
                <a:cs typeface="Times New Roman" panose="02020603050405020304" pitchFamily="18" charset="0"/>
              </a:rPr>
              <a:t>which variables measure the same concept </a:t>
            </a:r>
          </a:p>
          <a:p>
            <a:r>
              <a:rPr lang="en-US" sz="2000" dirty="0">
                <a:latin typeface="Times New Roman" panose="02020603050405020304" pitchFamily="18" charset="0"/>
                <a:cs typeface="Times New Roman" panose="02020603050405020304" pitchFamily="18" charset="0"/>
              </a:rPr>
              <a:t>how closely they match </a:t>
            </a:r>
          </a:p>
          <a:p>
            <a:r>
              <a:rPr lang="en-US" sz="2000" dirty="0">
                <a:latin typeface="Times New Roman" panose="02020603050405020304" pitchFamily="18" charset="0"/>
                <a:cs typeface="Times New Roman" panose="02020603050405020304" pitchFamily="18" charset="0"/>
              </a:rPr>
              <a:t>how they should be recoded </a:t>
            </a:r>
          </a:p>
          <a:p>
            <a:r>
              <a:rPr lang="en-US" sz="2000" dirty="0">
                <a:latin typeface="Times New Roman" panose="02020603050405020304" pitchFamily="18" charset="0"/>
                <a:cs typeface="Times New Roman" panose="02020603050405020304" pitchFamily="18" charset="0"/>
              </a:rPr>
              <a:t>what the final harmonized variable should look like </a:t>
            </a:r>
          </a:p>
          <a:p>
            <a:r>
              <a:rPr lang="en-US" sz="2000" dirty="0">
                <a:latin typeface="Times New Roman" panose="02020603050405020304" pitchFamily="18" charset="0"/>
                <a:cs typeface="Times New Roman" panose="02020603050405020304" pitchFamily="18" charset="0"/>
              </a:rPr>
              <a:t>how missing values should be handled </a:t>
            </a:r>
          </a:p>
          <a:p>
            <a:r>
              <a:rPr lang="en-US" sz="2000" dirty="0">
                <a:latin typeface="Times New Roman" panose="02020603050405020304" pitchFamily="18" charset="0"/>
                <a:cs typeface="Times New Roman" panose="02020603050405020304" pitchFamily="18" charset="0"/>
              </a:rPr>
              <a:t>It acts as a translation map between the two survey systems.</a:t>
            </a:r>
          </a:p>
          <a:p>
            <a:pPr marL="0" indent="0">
              <a:buNone/>
            </a:pPr>
            <a:endPar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pic>
        <p:nvPicPr>
          <p:cNvPr id="3" name="Picture 2" descr="Creating an Exploratory “Crosswalk Analysis”">
            <a:extLst>
              <a:ext uri="{FF2B5EF4-FFF2-40B4-BE49-F238E27FC236}">
                <a16:creationId xmlns:a16="http://schemas.microsoft.com/office/drawing/2014/main" id="{E466D9A5-15DA-B988-EC63-CDA5AE77AC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222" r="5088" b="2"/>
          <a:stretch>
            <a:fillRect/>
          </a:stretch>
        </p:blipFill>
        <p:spPr bwMode="auto">
          <a:xfrm>
            <a:off x="6172200" y="1825625"/>
            <a:ext cx="5181600" cy="4351338"/>
          </a:xfrm>
          <a:prstGeom prst="rect">
            <a:avLst/>
          </a:prstGeom>
          <a:noFill/>
        </p:spPr>
      </p:pic>
    </p:spTree>
    <p:extLst>
      <p:ext uri="{BB962C8B-B14F-4D97-AF65-F5344CB8AC3E}">
        <p14:creationId xmlns:p14="http://schemas.microsoft.com/office/powerpoint/2010/main" val="3775701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944A1-C5BE-C829-71D8-43C41FBC95F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Crosswalk Table Structure</a:t>
            </a:r>
          </a:p>
        </p:txBody>
      </p:sp>
      <p:sp>
        <p:nvSpPr>
          <p:cNvPr id="3" name="Content Placeholder 2">
            <a:extLst>
              <a:ext uri="{FF2B5EF4-FFF2-40B4-BE49-F238E27FC236}">
                <a16:creationId xmlns:a16="http://schemas.microsoft.com/office/drawing/2014/main" id="{A69525AB-04A9-17A8-EE4C-4BDC43C6FA24}"/>
              </a:ext>
            </a:extLst>
          </p:cNvPr>
          <p:cNvSpPr>
            <a:spLocks noGrp="1"/>
          </p:cNvSpPr>
          <p:nvPr>
            <p:ph idx="1"/>
          </p:nvPr>
        </p:nvSpPr>
        <p:spPr/>
        <p:txBody>
          <a:bodyPr>
            <a:normAutofit fontScale="47500" lnSpcReduction="20000"/>
          </a:bodyPr>
          <a:lstStyle/>
          <a:p>
            <a:pPr marL="0" indent="0">
              <a:buNone/>
            </a:pPr>
            <a:r>
              <a:rPr lang="en-IN" b="1" dirty="0">
                <a:latin typeface="Times New Roman" panose="02020603050405020304" pitchFamily="18" charset="0"/>
                <a:cs typeface="Times New Roman" panose="02020603050405020304" pitchFamily="18" charset="0"/>
              </a:rPr>
              <a:t>Each crosswalk row contains:</a:t>
            </a:r>
          </a:p>
          <a:p>
            <a:r>
              <a:rPr lang="en-IN" dirty="0" err="1">
                <a:latin typeface="Times New Roman" panose="02020603050405020304" pitchFamily="18" charset="0"/>
                <a:cs typeface="Times New Roman" panose="02020603050405020304" pitchFamily="18" charset="0"/>
              </a:rPr>
              <a:t>Concept_Domain</a:t>
            </a:r>
            <a:r>
              <a:rPr lang="en-IN" dirty="0">
                <a:latin typeface="Times New Roman" panose="02020603050405020304" pitchFamily="18" charset="0"/>
                <a:cs typeface="Times New Roman" panose="02020603050405020304" pitchFamily="18" charset="0"/>
              </a:rPr>
              <a:t> </a:t>
            </a:r>
          </a:p>
          <a:p>
            <a:r>
              <a:rPr lang="en-IN" dirty="0" err="1">
                <a:latin typeface="Times New Roman" panose="02020603050405020304" pitchFamily="18" charset="0"/>
                <a:cs typeface="Times New Roman" panose="02020603050405020304" pitchFamily="18" charset="0"/>
              </a:rPr>
              <a:t>Harmonized_Variable_Name</a:t>
            </a:r>
            <a:r>
              <a:rPr lang="en-IN" dirty="0">
                <a:latin typeface="Times New Roman" panose="02020603050405020304" pitchFamily="18" charset="0"/>
                <a:cs typeface="Times New Roman" panose="02020603050405020304" pitchFamily="18" charset="0"/>
              </a:rPr>
              <a:t> </a:t>
            </a:r>
          </a:p>
          <a:p>
            <a:r>
              <a:rPr lang="en-IN" dirty="0" err="1">
                <a:latin typeface="Times New Roman" panose="02020603050405020304" pitchFamily="18" charset="0"/>
                <a:cs typeface="Times New Roman" panose="02020603050405020304" pitchFamily="18" charset="0"/>
              </a:rPr>
              <a:t>ARISE_Question_ID</a:t>
            </a:r>
            <a:r>
              <a:rPr lang="en-IN" dirty="0">
                <a:latin typeface="Times New Roman" panose="02020603050405020304" pitchFamily="18" charset="0"/>
                <a:cs typeface="Times New Roman" panose="02020603050405020304" pitchFamily="18" charset="0"/>
              </a:rPr>
              <a:t> </a:t>
            </a:r>
          </a:p>
          <a:p>
            <a:r>
              <a:rPr lang="en-IN" dirty="0" err="1">
                <a:latin typeface="Times New Roman" panose="02020603050405020304" pitchFamily="18" charset="0"/>
                <a:cs typeface="Times New Roman" panose="02020603050405020304" pitchFamily="18" charset="0"/>
              </a:rPr>
              <a:t>ARISE_Variable_Name</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ARISE_Question_Text_Short </a:t>
            </a:r>
          </a:p>
          <a:p>
            <a:r>
              <a:rPr lang="en-IN" dirty="0" err="1">
                <a:latin typeface="Times New Roman" panose="02020603050405020304" pitchFamily="18" charset="0"/>
                <a:cs typeface="Times New Roman" panose="02020603050405020304" pitchFamily="18" charset="0"/>
              </a:rPr>
              <a:t>ARISE_Response_Coding</a:t>
            </a:r>
            <a:r>
              <a:rPr lang="en-IN" dirty="0">
                <a:latin typeface="Times New Roman" panose="02020603050405020304" pitchFamily="18" charset="0"/>
                <a:cs typeface="Times New Roman" panose="02020603050405020304" pitchFamily="18" charset="0"/>
              </a:rPr>
              <a:t> </a:t>
            </a:r>
          </a:p>
          <a:p>
            <a:r>
              <a:rPr lang="en-IN" dirty="0" err="1">
                <a:latin typeface="Times New Roman" panose="02020603050405020304" pitchFamily="18" charset="0"/>
                <a:cs typeface="Times New Roman" panose="02020603050405020304" pitchFamily="18" charset="0"/>
              </a:rPr>
              <a:t>CivicPulse_Question_Block</a:t>
            </a:r>
            <a:r>
              <a:rPr lang="en-IN" dirty="0">
                <a:latin typeface="Times New Roman" panose="02020603050405020304" pitchFamily="18" charset="0"/>
                <a:cs typeface="Times New Roman" panose="02020603050405020304" pitchFamily="18" charset="0"/>
              </a:rPr>
              <a:t> </a:t>
            </a:r>
          </a:p>
          <a:p>
            <a:r>
              <a:rPr lang="en-IN" dirty="0" err="1">
                <a:latin typeface="Times New Roman" panose="02020603050405020304" pitchFamily="18" charset="0"/>
                <a:cs typeface="Times New Roman" panose="02020603050405020304" pitchFamily="18" charset="0"/>
              </a:rPr>
              <a:t>CivicPulse_Variable_Name</a:t>
            </a:r>
            <a:r>
              <a:rPr lang="en-IN" dirty="0">
                <a:latin typeface="Times New Roman" panose="02020603050405020304" pitchFamily="18" charset="0"/>
                <a:cs typeface="Times New Roman" panose="02020603050405020304" pitchFamily="18" charset="0"/>
              </a:rPr>
              <a:t> </a:t>
            </a:r>
          </a:p>
          <a:p>
            <a:r>
              <a:rPr lang="en-IN" dirty="0" err="1">
                <a:latin typeface="Times New Roman" panose="02020603050405020304" pitchFamily="18" charset="0"/>
                <a:cs typeface="Times New Roman" panose="02020603050405020304" pitchFamily="18" charset="0"/>
              </a:rPr>
              <a:t>CivicPulse_Question_Text_Short</a:t>
            </a:r>
            <a:r>
              <a:rPr lang="en-IN" dirty="0">
                <a:latin typeface="Times New Roman" panose="02020603050405020304" pitchFamily="18" charset="0"/>
                <a:cs typeface="Times New Roman" panose="02020603050405020304" pitchFamily="18" charset="0"/>
              </a:rPr>
              <a:t> </a:t>
            </a:r>
          </a:p>
          <a:p>
            <a:r>
              <a:rPr lang="en-IN" dirty="0" err="1">
                <a:latin typeface="Times New Roman" panose="02020603050405020304" pitchFamily="18" charset="0"/>
                <a:cs typeface="Times New Roman" panose="02020603050405020304" pitchFamily="18" charset="0"/>
              </a:rPr>
              <a:t>CivicPulse_Response_Coding</a:t>
            </a:r>
            <a:r>
              <a:rPr lang="en-IN" dirty="0">
                <a:latin typeface="Times New Roman" panose="02020603050405020304" pitchFamily="18" charset="0"/>
                <a:cs typeface="Times New Roman" panose="02020603050405020304" pitchFamily="18" charset="0"/>
              </a:rPr>
              <a:t> </a:t>
            </a:r>
          </a:p>
          <a:p>
            <a:r>
              <a:rPr lang="en-IN" dirty="0" err="1">
                <a:latin typeface="Times New Roman" panose="02020603050405020304" pitchFamily="18" charset="0"/>
                <a:cs typeface="Times New Roman" panose="02020603050405020304" pitchFamily="18" charset="0"/>
              </a:rPr>
              <a:t>Match_Type</a:t>
            </a:r>
            <a:r>
              <a:rPr lang="en-IN" dirty="0">
                <a:latin typeface="Times New Roman" panose="02020603050405020304" pitchFamily="18" charset="0"/>
                <a:cs typeface="Times New Roman" panose="02020603050405020304" pitchFamily="18" charset="0"/>
              </a:rPr>
              <a:t> </a:t>
            </a:r>
          </a:p>
          <a:p>
            <a:r>
              <a:rPr lang="en-IN" dirty="0" err="1">
                <a:latin typeface="Times New Roman" panose="02020603050405020304" pitchFamily="18" charset="0"/>
                <a:cs typeface="Times New Roman" panose="02020603050405020304" pitchFamily="18" charset="0"/>
              </a:rPr>
              <a:t>Harmonization_Rule</a:t>
            </a:r>
            <a:r>
              <a:rPr lang="en-IN" dirty="0">
                <a:latin typeface="Times New Roman" panose="02020603050405020304" pitchFamily="18" charset="0"/>
                <a:cs typeface="Times New Roman" panose="02020603050405020304" pitchFamily="18" charset="0"/>
              </a:rPr>
              <a:t> </a:t>
            </a:r>
          </a:p>
          <a:p>
            <a:r>
              <a:rPr lang="en-IN" dirty="0" err="1">
                <a:latin typeface="Times New Roman" panose="02020603050405020304" pitchFamily="18" charset="0"/>
                <a:cs typeface="Times New Roman" panose="02020603050405020304" pitchFamily="18" charset="0"/>
              </a:rPr>
              <a:t>Output_Scale</a:t>
            </a:r>
            <a:r>
              <a:rPr lang="en-IN" dirty="0">
                <a:latin typeface="Times New Roman" panose="02020603050405020304" pitchFamily="18" charset="0"/>
                <a:cs typeface="Times New Roman" panose="02020603050405020304" pitchFamily="18" charset="0"/>
              </a:rPr>
              <a:t> </a:t>
            </a:r>
          </a:p>
          <a:p>
            <a:r>
              <a:rPr lang="en-IN" dirty="0" err="1">
                <a:latin typeface="Times New Roman" panose="02020603050405020304" pitchFamily="18" charset="0"/>
                <a:cs typeface="Times New Roman" panose="02020603050405020304" pitchFamily="18" charset="0"/>
              </a:rPr>
              <a:t>Missing_Value_Rule</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Notes</a:t>
            </a:r>
          </a:p>
          <a:p>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C5AF63D-684B-3F49-885A-E11B3E4A1E6F}"/>
              </a:ext>
            </a:extLst>
          </p:cNvPr>
          <p:cNvPicPr>
            <a:picLocks noChangeAspect="1"/>
          </p:cNvPicPr>
          <p:nvPr/>
        </p:nvPicPr>
        <p:blipFill>
          <a:blip r:embed="rId2"/>
          <a:stretch>
            <a:fillRect/>
          </a:stretch>
        </p:blipFill>
        <p:spPr>
          <a:xfrm>
            <a:off x="4337824" y="1638740"/>
            <a:ext cx="7415561" cy="4338314"/>
          </a:xfrm>
          <a:prstGeom prst="rect">
            <a:avLst/>
          </a:prstGeom>
        </p:spPr>
      </p:pic>
    </p:spTree>
    <p:extLst>
      <p:ext uri="{BB962C8B-B14F-4D97-AF65-F5344CB8AC3E}">
        <p14:creationId xmlns:p14="http://schemas.microsoft.com/office/powerpoint/2010/main" val="2017207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2B94C-3AFF-3D41-5357-88C59DD1387C}"/>
              </a:ext>
            </a:extLst>
          </p:cNvPr>
          <p:cNvSpPr>
            <a:spLocks noGrp="1"/>
          </p:cNvSpPr>
          <p:nvPr>
            <p:ph type="title"/>
          </p:nvPr>
        </p:nvSpPr>
        <p:spPr>
          <a:xfrm>
            <a:off x="2857500" y="301752"/>
            <a:ext cx="8503920" cy="960120"/>
          </a:xfrm>
        </p:spPr>
        <p:txBody>
          <a:bodyPr anchor="ctr">
            <a:normAutofit/>
          </a:bodyPr>
          <a:lstStyle/>
          <a:p>
            <a:r>
              <a:rPr lang="en-US" dirty="0">
                <a:latin typeface="Times New Roman" panose="02020603050405020304" pitchFamily="18" charset="0"/>
                <a:cs typeface="Times New Roman" panose="02020603050405020304" pitchFamily="18" charset="0"/>
              </a:rPr>
              <a:t>Match Types Used in Harmonization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888A24F-652D-7263-3CB5-3489E1CA2DC0}"/>
              </a:ext>
            </a:extLst>
          </p:cNvPr>
          <p:cNvSpPr>
            <a:spLocks noGrp="1"/>
          </p:cNvSpPr>
          <p:nvPr>
            <p:ph sz="half" idx="1"/>
          </p:nvPr>
        </p:nvSpPr>
        <p:spPr>
          <a:xfrm>
            <a:off x="838200" y="1825625"/>
            <a:ext cx="5181600" cy="4351338"/>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To keep the harmonization methodologically correct, each variable pair was labeled using a match type:</a:t>
            </a:r>
          </a:p>
          <a:p>
            <a:r>
              <a:rPr lang="en-US" sz="1800" b="1" dirty="0">
                <a:latin typeface="Times New Roman" panose="02020603050405020304" pitchFamily="18" charset="0"/>
                <a:cs typeface="Times New Roman" panose="02020603050405020304" pitchFamily="18" charset="0"/>
              </a:rPr>
              <a:t>Exact</a:t>
            </a:r>
            <a:r>
              <a:rPr lang="en-US" sz="1800" dirty="0">
                <a:latin typeface="Times New Roman" panose="02020603050405020304" pitchFamily="18" charset="0"/>
                <a:cs typeface="Times New Roman" panose="02020603050405020304" pitchFamily="18" charset="0"/>
              </a:rPr>
              <a:t> — same concept and very similar scale </a:t>
            </a:r>
          </a:p>
          <a:p>
            <a:r>
              <a:rPr lang="en-US" sz="1800" b="1" dirty="0">
                <a:latin typeface="Times New Roman" panose="02020603050405020304" pitchFamily="18" charset="0"/>
                <a:cs typeface="Times New Roman" panose="02020603050405020304" pitchFamily="18" charset="0"/>
              </a:rPr>
              <a:t>Partial</a:t>
            </a:r>
            <a:r>
              <a:rPr lang="en-US" sz="1800" dirty="0">
                <a:latin typeface="Times New Roman" panose="02020603050405020304" pitchFamily="18" charset="0"/>
                <a:cs typeface="Times New Roman" panose="02020603050405020304" pitchFamily="18" charset="0"/>
              </a:rPr>
              <a:t> — same concept, but wording or coding differs </a:t>
            </a:r>
          </a:p>
          <a:p>
            <a:r>
              <a:rPr lang="en-US" sz="1800" b="1" dirty="0">
                <a:latin typeface="Times New Roman" panose="02020603050405020304" pitchFamily="18" charset="0"/>
                <a:cs typeface="Times New Roman" panose="02020603050405020304" pitchFamily="18" charset="0"/>
              </a:rPr>
              <a:t>Weak Partial</a:t>
            </a:r>
            <a:r>
              <a:rPr lang="en-US" sz="1800" dirty="0">
                <a:latin typeface="Times New Roman" panose="02020603050405020304" pitchFamily="18" charset="0"/>
                <a:cs typeface="Times New Roman" panose="02020603050405020304" pitchFamily="18" charset="0"/>
              </a:rPr>
              <a:t> — related idea, but not directly equivalent </a:t>
            </a:r>
          </a:p>
          <a:p>
            <a:r>
              <a:rPr lang="en-US" sz="1800" b="1" dirty="0">
                <a:latin typeface="Times New Roman" panose="02020603050405020304" pitchFamily="18" charset="0"/>
                <a:cs typeface="Times New Roman" panose="02020603050405020304" pitchFamily="18" charset="0"/>
              </a:rPr>
              <a:t>Derived</a:t>
            </a:r>
            <a:r>
              <a:rPr lang="en-US" sz="1800" dirty="0">
                <a:latin typeface="Times New Roman" panose="02020603050405020304" pitchFamily="18" charset="0"/>
                <a:cs typeface="Times New Roman" panose="02020603050405020304" pitchFamily="18" charset="0"/>
              </a:rPr>
              <a:t> — needs recoding or aggregation </a:t>
            </a:r>
          </a:p>
          <a:p>
            <a:r>
              <a:rPr lang="en-US" sz="1800" b="1" dirty="0">
                <a:latin typeface="Times New Roman" panose="02020603050405020304" pitchFamily="18" charset="0"/>
                <a:cs typeface="Times New Roman" panose="02020603050405020304" pitchFamily="18" charset="0"/>
              </a:rPr>
              <a:t>No Match</a:t>
            </a:r>
            <a:r>
              <a:rPr lang="en-US" sz="1800" dirty="0">
                <a:latin typeface="Times New Roman" panose="02020603050405020304" pitchFamily="18" charset="0"/>
                <a:cs typeface="Times New Roman" panose="02020603050405020304" pitchFamily="18" charset="0"/>
              </a:rPr>
              <a:t> — variable exists only in one source </a:t>
            </a:r>
          </a:p>
          <a:p>
            <a:pPr marL="0" indent="0">
              <a:buNone/>
            </a:pPr>
            <a:r>
              <a:rPr lang="en-US" sz="1800" dirty="0">
                <a:latin typeface="Times New Roman" panose="02020603050405020304" pitchFamily="18" charset="0"/>
                <a:cs typeface="Times New Roman" panose="02020603050405020304" pitchFamily="18" charset="0"/>
              </a:rPr>
              <a:t>This prevents forcing weak matches into direct comparisons.</a:t>
            </a:r>
          </a:p>
          <a:p>
            <a:endParaRPr lang="en-IN" sz="1800" dirty="0">
              <a:latin typeface="Times New Roman" panose="02020603050405020304" pitchFamily="18" charset="0"/>
              <a:cs typeface="Times New Roman" panose="02020603050405020304" pitchFamily="18" charset="0"/>
            </a:endParaRPr>
          </a:p>
        </p:txBody>
      </p:sp>
      <p:pic>
        <p:nvPicPr>
          <p:cNvPr id="4" name="Picture 3" descr="A screenshot of a computer&#10;&#10;AI-generated content may be incorrect.">
            <a:extLst>
              <a:ext uri="{FF2B5EF4-FFF2-40B4-BE49-F238E27FC236}">
                <a16:creationId xmlns:a16="http://schemas.microsoft.com/office/drawing/2014/main" id="{0DECC5B8-40A7-8D0F-D2B4-5D9D431D3A0E}"/>
              </a:ext>
            </a:extLst>
          </p:cNvPr>
          <p:cNvPicPr>
            <a:picLocks noChangeAspect="1"/>
          </p:cNvPicPr>
          <p:nvPr/>
        </p:nvPicPr>
        <p:blipFill>
          <a:blip r:embed="rId2"/>
          <a:srcRect t="15996" r="-1" b="16193"/>
          <a:stretch>
            <a:fillRect/>
          </a:stretch>
        </p:blipFill>
        <p:spPr>
          <a:xfrm>
            <a:off x="6172200" y="1825625"/>
            <a:ext cx="5181600" cy="4351338"/>
          </a:xfrm>
          <a:prstGeom prst="rect">
            <a:avLst/>
          </a:prstGeom>
          <a:noFill/>
        </p:spPr>
      </p:pic>
    </p:spTree>
    <p:extLst>
      <p:ext uri="{BB962C8B-B14F-4D97-AF65-F5344CB8AC3E}">
        <p14:creationId xmlns:p14="http://schemas.microsoft.com/office/powerpoint/2010/main" val="1073647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BBE13-8E99-A64D-FAEA-FDD355D16D5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Example Harmonized Variables</a:t>
            </a:r>
          </a:p>
        </p:txBody>
      </p:sp>
      <p:sp>
        <p:nvSpPr>
          <p:cNvPr id="3" name="Content Placeholder 2">
            <a:extLst>
              <a:ext uri="{FF2B5EF4-FFF2-40B4-BE49-F238E27FC236}">
                <a16:creationId xmlns:a16="http://schemas.microsoft.com/office/drawing/2014/main" id="{63021543-A8EA-0866-D5BD-CE71A3833519}"/>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Examples of harmonized concepts</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1. Workforce Challenge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ARISE Q8 and </a:t>
            </a:r>
            <a:r>
              <a:rPr lang="en-US" dirty="0" err="1">
                <a:latin typeface="Times New Roman" panose="02020603050405020304" pitchFamily="18" charset="0"/>
                <a:cs typeface="Times New Roman" panose="02020603050405020304" pitchFamily="18" charset="0"/>
              </a:rPr>
              <a:t>CivicPulse</a:t>
            </a:r>
            <a:r>
              <a:rPr lang="en-US" dirty="0">
                <a:latin typeface="Times New Roman" panose="02020603050405020304" pitchFamily="18" charset="0"/>
                <a:cs typeface="Times New Roman" panose="02020603050405020304" pitchFamily="18" charset="0"/>
              </a:rPr>
              <a:t> workforce challenge question were aligned to a common </a:t>
            </a:r>
            <a:r>
              <a:rPr lang="en-US" b="1" dirty="0">
                <a:latin typeface="Times New Roman" panose="02020603050405020304" pitchFamily="18" charset="0"/>
                <a:cs typeface="Times New Roman" panose="02020603050405020304" pitchFamily="18" charset="0"/>
              </a:rPr>
              <a:t>1–5 scale</a:t>
            </a:r>
            <a:r>
              <a:rPr lang="en-US" dirty="0">
                <a:latin typeface="Times New Roman" panose="02020603050405020304" pitchFamily="18" charset="0"/>
                <a:cs typeface="Times New Roman" panose="02020603050405020304" pitchFamily="18" charset="0"/>
              </a:rPr>
              <a:t>, where higher values indicate greater challenge. </a:t>
            </a:r>
          </a:p>
          <a:p>
            <a:pPr marL="0" indent="0">
              <a:buNone/>
            </a:pPr>
            <a:r>
              <a:rPr lang="en-US" b="1" dirty="0">
                <a:latin typeface="Times New Roman" panose="02020603050405020304" pitchFamily="18" charset="0"/>
                <a:cs typeface="Times New Roman" panose="02020603050405020304" pitchFamily="18" charset="0"/>
              </a:rPr>
              <a:t>2. Fiscal Condition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ARISE Q119 and </a:t>
            </a:r>
            <a:r>
              <a:rPr lang="en-US" dirty="0" err="1">
                <a:latin typeface="Times New Roman" panose="02020603050405020304" pitchFamily="18" charset="0"/>
                <a:cs typeface="Times New Roman" panose="02020603050405020304" pitchFamily="18" charset="0"/>
              </a:rPr>
              <a:t>CivicPulse</a:t>
            </a:r>
            <a:r>
              <a:rPr lang="en-US" dirty="0">
                <a:latin typeface="Times New Roman" panose="02020603050405020304" pitchFamily="18" charset="0"/>
                <a:cs typeface="Times New Roman" panose="02020603050405020304" pitchFamily="18" charset="0"/>
              </a:rPr>
              <a:t> fiscal condition rating were harmonized to a common </a:t>
            </a:r>
            <a:r>
              <a:rPr lang="en-US" b="1" dirty="0">
                <a:latin typeface="Times New Roman" panose="02020603050405020304" pitchFamily="18" charset="0"/>
                <a:cs typeface="Times New Roman" panose="02020603050405020304" pitchFamily="18" charset="0"/>
              </a:rPr>
              <a:t>1–5 ordinal scale</a:t>
            </a:r>
            <a:r>
              <a:rPr lang="en-US"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9820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540D2-092E-AD1E-4ACC-99A94991CCE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Example Harmonized Variables</a:t>
            </a:r>
          </a:p>
        </p:txBody>
      </p:sp>
      <p:sp>
        <p:nvSpPr>
          <p:cNvPr id="3" name="Content Placeholder 2">
            <a:extLst>
              <a:ext uri="{FF2B5EF4-FFF2-40B4-BE49-F238E27FC236}">
                <a16:creationId xmlns:a16="http://schemas.microsoft.com/office/drawing/2014/main" id="{9EC45E2F-2873-93C9-F102-619CF2771F88}"/>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3. Emergency Preparedness Capacity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Preparedness items were converted into </a:t>
            </a:r>
            <a:r>
              <a:rPr lang="en-US" b="1" dirty="0">
                <a:latin typeface="Times New Roman" panose="02020603050405020304" pitchFamily="18" charset="0"/>
                <a:cs typeface="Times New Roman" panose="02020603050405020304" pitchFamily="18" charset="0"/>
              </a:rPr>
              <a:t>binary indicators (1 = present, 0 = not present)</a:t>
            </a:r>
            <a:r>
              <a:rPr lang="en-US" dirty="0">
                <a:latin typeface="Times New Roman" panose="02020603050405020304" pitchFamily="18" charset="0"/>
                <a:cs typeface="Times New Roman" panose="02020603050405020304" pitchFamily="18" charset="0"/>
              </a:rPr>
              <a:t> and combined into a composite score. </a:t>
            </a:r>
          </a:p>
          <a:p>
            <a:pPr marL="0" indent="0">
              <a:buNone/>
            </a:pPr>
            <a:r>
              <a:rPr lang="en-US" b="1" dirty="0">
                <a:latin typeface="Times New Roman" panose="02020603050405020304" pitchFamily="18" charset="0"/>
                <a:cs typeface="Times New Roman" panose="02020603050405020304" pitchFamily="18" charset="0"/>
              </a:rPr>
              <a:t>4. Protection of Vulnerable Populations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Support-related items were aligned into a composite measure representing local support efforts for vulnerable groups.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4856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9475C-0ECD-1F16-7914-8AEED62B9AC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Dataset Overview</a:t>
            </a:r>
          </a:p>
        </p:txBody>
      </p:sp>
      <p:pic>
        <p:nvPicPr>
          <p:cNvPr id="5" name="Content Placeholder 4">
            <a:extLst>
              <a:ext uri="{FF2B5EF4-FFF2-40B4-BE49-F238E27FC236}">
                <a16:creationId xmlns:a16="http://schemas.microsoft.com/office/drawing/2014/main" id="{D5DC4A48-7826-73BF-169F-FA4DDC87E339}"/>
              </a:ext>
            </a:extLst>
          </p:cNvPr>
          <p:cNvPicPr>
            <a:picLocks noGrp="1" noChangeAspect="1"/>
          </p:cNvPicPr>
          <p:nvPr>
            <p:ph sz="half" idx="1"/>
          </p:nvPr>
        </p:nvPicPr>
        <p:blipFill>
          <a:blip r:embed="rId2"/>
          <a:stretch>
            <a:fillRect/>
          </a:stretch>
        </p:blipFill>
        <p:spPr>
          <a:xfrm>
            <a:off x="6307348" y="2028029"/>
            <a:ext cx="5181600" cy="3635977"/>
          </a:xfrm>
          <a:prstGeom prst="rect">
            <a:avLst/>
          </a:prstGeom>
        </p:spPr>
      </p:pic>
      <p:sp>
        <p:nvSpPr>
          <p:cNvPr id="6" name="Content Placeholder 5">
            <a:extLst>
              <a:ext uri="{FF2B5EF4-FFF2-40B4-BE49-F238E27FC236}">
                <a16:creationId xmlns:a16="http://schemas.microsoft.com/office/drawing/2014/main" id="{6B8B2A5C-37EA-EA20-1DC5-214F9A4352C1}"/>
              </a:ext>
            </a:extLst>
          </p:cNvPr>
          <p:cNvSpPr>
            <a:spLocks noGrp="1"/>
          </p:cNvSpPr>
          <p:nvPr>
            <p:ph sz="half" idx="2"/>
          </p:nvPr>
        </p:nvSpPr>
        <p:spPr>
          <a:xfrm>
            <a:off x="366623" y="1499275"/>
            <a:ext cx="5181600" cy="4351338"/>
          </a:xfrm>
        </p:spPr>
        <p:txBody>
          <a:bodyPr/>
          <a:lstStyle/>
          <a:p>
            <a:r>
              <a:rPr lang="en-US" dirty="0">
                <a:latin typeface="Times New Roman" panose="02020603050405020304" pitchFamily="18" charset="0"/>
                <a:cs typeface="Times New Roman" panose="02020603050405020304" pitchFamily="18" charset="0"/>
              </a:rPr>
              <a:t>Loaded and examined both the  datasets</a:t>
            </a:r>
          </a:p>
          <a:p>
            <a:r>
              <a:rPr lang="en-US" dirty="0">
                <a:latin typeface="Times New Roman" panose="02020603050405020304" pitchFamily="18" charset="0"/>
                <a:cs typeface="Times New Roman" panose="02020603050405020304" pitchFamily="18" charset="0"/>
              </a:rPr>
              <a:t>Each row represents a respondent and each column represents a survey variable</a:t>
            </a:r>
            <a:r>
              <a:rPr lang="en-US" dirty="0"/>
              <a:t>.</a:t>
            </a:r>
            <a:endParaRPr lang="en-IN" dirty="0"/>
          </a:p>
        </p:txBody>
      </p:sp>
    </p:spTree>
    <p:extLst>
      <p:ext uri="{BB962C8B-B14F-4D97-AF65-F5344CB8AC3E}">
        <p14:creationId xmlns:p14="http://schemas.microsoft.com/office/powerpoint/2010/main" val="865047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B32C7-85B5-BD3C-CD13-12DF6A259D1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Column Name Standardization</a:t>
            </a:r>
          </a:p>
        </p:txBody>
      </p:sp>
      <p:sp>
        <p:nvSpPr>
          <p:cNvPr id="3" name="Content Placeholder 2">
            <a:extLst>
              <a:ext uri="{FF2B5EF4-FFF2-40B4-BE49-F238E27FC236}">
                <a16:creationId xmlns:a16="http://schemas.microsoft.com/office/drawing/2014/main" id="{949BBCEB-5708-520E-E9C0-79835F37D766}"/>
              </a:ext>
            </a:extLst>
          </p:cNvPr>
          <p:cNvSpPr>
            <a:spLocks noGrp="1"/>
          </p:cNvSpPr>
          <p:nvPr>
            <p:ph sz="half" idx="1"/>
          </p:nvPr>
        </p:nvSpPr>
        <p:spPr>
          <a:xfrm>
            <a:off x="132272" y="1615866"/>
            <a:ext cx="4596442" cy="4351338"/>
          </a:xfrm>
        </p:spPr>
        <p:txBody>
          <a:bodyPr>
            <a:normAutofit lnSpcReduction="10000"/>
          </a:bodyPr>
          <a:lstStyle/>
          <a:p>
            <a:r>
              <a:rPr lang="en-US" dirty="0">
                <a:latin typeface="Times New Roman" panose="02020603050405020304" pitchFamily="18" charset="0"/>
                <a:cs typeface="Times New Roman" panose="02020603050405020304" pitchFamily="18" charset="0"/>
              </a:rPr>
              <a:t>It defines the </a:t>
            </a:r>
            <a:r>
              <a:rPr lang="en-US" u="sng" dirty="0" err="1">
                <a:latin typeface="Times New Roman" panose="02020603050405020304" pitchFamily="18" charset="0"/>
                <a:cs typeface="Times New Roman" panose="02020603050405020304" pitchFamily="18" charset="0"/>
              </a:rPr>
              <a:t>clean_columns</a:t>
            </a:r>
            <a:r>
              <a:rPr lang="en-US" u="sng"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function, which standardizes and cleans column names.</a:t>
            </a:r>
          </a:p>
          <a:p>
            <a:r>
              <a:rPr lang="en-US" dirty="0">
                <a:latin typeface="Times New Roman" panose="02020603050405020304" pitchFamily="18" charset="0"/>
                <a:cs typeface="Times New Roman" panose="02020603050405020304" pitchFamily="18" charset="0"/>
              </a:rPr>
              <a:t>Converted all variable names to lowercase and replaced spaces and special characters with underscores.</a:t>
            </a:r>
          </a:p>
          <a:p>
            <a:r>
              <a:rPr lang="en-US" dirty="0">
                <a:latin typeface="Times New Roman" panose="02020603050405020304" pitchFamily="18" charset="0"/>
                <a:cs typeface="Times New Roman" panose="02020603050405020304" pitchFamily="18" charset="0"/>
              </a:rPr>
              <a:t>Ensured consistent variable naming before performing the crosswalk mapping</a:t>
            </a:r>
            <a:endParaRPr lang="en-IN"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488954B2-F312-4BDE-6D77-EB5EBBC1B3CA}"/>
              </a:ext>
            </a:extLst>
          </p:cNvPr>
          <p:cNvPicPr>
            <a:picLocks noGrp="1" noChangeAspect="1"/>
          </p:cNvPicPr>
          <p:nvPr>
            <p:ph sz="half" idx="2"/>
          </p:nvPr>
        </p:nvPicPr>
        <p:blipFill>
          <a:blip r:embed="rId2"/>
          <a:stretch>
            <a:fillRect/>
          </a:stretch>
        </p:blipFill>
        <p:spPr>
          <a:xfrm>
            <a:off x="4537494" y="1397479"/>
            <a:ext cx="7522234" cy="4986068"/>
          </a:xfrm>
          <a:prstGeom prst="rect">
            <a:avLst/>
          </a:prstGeom>
        </p:spPr>
      </p:pic>
    </p:spTree>
    <p:extLst>
      <p:ext uri="{BB962C8B-B14F-4D97-AF65-F5344CB8AC3E}">
        <p14:creationId xmlns:p14="http://schemas.microsoft.com/office/powerpoint/2010/main" val="3219495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1D1BE-6B54-B8C5-AE14-24FE3B2AB95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 Cleaning</a:t>
            </a:r>
          </a:p>
        </p:txBody>
      </p:sp>
      <p:sp>
        <p:nvSpPr>
          <p:cNvPr id="3" name="Content Placeholder 2">
            <a:extLst>
              <a:ext uri="{FF2B5EF4-FFF2-40B4-BE49-F238E27FC236}">
                <a16:creationId xmlns:a16="http://schemas.microsoft.com/office/drawing/2014/main" id="{3A97EA31-9C78-65B1-91F8-32FD7383AADE}"/>
              </a:ext>
            </a:extLst>
          </p:cNvPr>
          <p:cNvSpPr>
            <a:spLocks noGrp="1"/>
          </p:cNvSpPr>
          <p:nvPr>
            <p:ph sz="half" idx="1"/>
          </p:nvPr>
        </p:nvSpPr>
        <p:spPr/>
        <p:txBody>
          <a:bodyPr/>
          <a:lstStyle/>
          <a:p>
            <a:r>
              <a:rPr lang="en-US" dirty="0">
                <a:latin typeface="Times New Roman" panose="02020603050405020304" pitchFamily="18" charset="0"/>
                <a:cs typeface="Times New Roman" panose="02020603050405020304" pitchFamily="18" charset="0"/>
              </a:rPr>
              <a:t>Cleaned both the datasets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Standardized text fields</a:t>
            </a:r>
          </a:p>
        </p:txBody>
      </p:sp>
      <p:pic>
        <p:nvPicPr>
          <p:cNvPr id="7" name="Content Placeholder 6">
            <a:extLst>
              <a:ext uri="{FF2B5EF4-FFF2-40B4-BE49-F238E27FC236}">
                <a16:creationId xmlns:a16="http://schemas.microsoft.com/office/drawing/2014/main" id="{51B8914E-5D73-252D-9E67-AC67C50F737C}"/>
              </a:ext>
            </a:extLst>
          </p:cNvPr>
          <p:cNvPicPr>
            <a:picLocks noGrp="1" noChangeAspect="1"/>
          </p:cNvPicPr>
          <p:nvPr>
            <p:ph sz="half" idx="2"/>
          </p:nvPr>
        </p:nvPicPr>
        <p:blipFill>
          <a:blip r:embed="rId2"/>
          <a:stretch>
            <a:fillRect/>
          </a:stretch>
        </p:blipFill>
        <p:spPr>
          <a:xfrm>
            <a:off x="6027420" y="1570458"/>
            <a:ext cx="5334000" cy="1604063"/>
          </a:xfrm>
          <a:prstGeom prst="rect">
            <a:avLst/>
          </a:prstGeom>
        </p:spPr>
      </p:pic>
      <p:pic>
        <p:nvPicPr>
          <p:cNvPr id="9" name="Picture 8">
            <a:extLst>
              <a:ext uri="{FF2B5EF4-FFF2-40B4-BE49-F238E27FC236}">
                <a16:creationId xmlns:a16="http://schemas.microsoft.com/office/drawing/2014/main" id="{122570EA-812E-F726-8D4F-1EE31DBBB4C1}"/>
              </a:ext>
            </a:extLst>
          </p:cNvPr>
          <p:cNvPicPr>
            <a:picLocks noChangeAspect="1"/>
          </p:cNvPicPr>
          <p:nvPr/>
        </p:nvPicPr>
        <p:blipFill>
          <a:blip r:embed="rId3"/>
          <a:stretch>
            <a:fillRect/>
          </a:stretch>
        </p:blipFill>
        <p:spPr>
          <a:xfrm>
            <a:off x="6172202" y="4001294"/>
            <a:ext cx="5507964" cy="1503818"/>
          </a:xfrm>
          <a:prstGeom prst="rect">
            <a:avLst/>
          </a:prstGeom>
        </p:spPr>
      </p:pic>
    </p:spTree>
    <p:extLst>
      <p:ext uri="{BB962C8B-B14F-4D97-AF65-F5344CB8AC3E}">
        <p14:creationId xmlns:p14="http://schemas.microsoft.com/office/powerpoint/2010/main" val="1725120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9E1F4-6005-DC3C-6DAB-9C514F46719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 Cleaning Methodology</a:t>
            </a:r>
          </a:p>
        </p:txBody>
      </p:sp>
      <p:sp>
        <p:nvSpPr>
          <p:cNvPr id="3" name="Content Placeholder 2">
            <a:extLst>
              <a:ext uri="{FF2B5EF4-FFF2-40B4-BE49-F238E27FC236}">
                <a16:creationId xmlns:a16="http://schemas.microsoft.com/office/drawing/2014/main" id="{37DBAF35-36C0-C940-2BA7-65A13C14253A}"/>
              </a:ext>
            </a:extLst>
          </p:cNvPr>
          <p:cNvSpPr>
            <a:spLocks noGrp="1"/>
          </p:cNvSpPr>
          <p:nvPr>
            <p:ph idx="1"/>
          </p:nvPr>
        </p:nvSpPr>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Data cleaning steps implemented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cleaning pipeline standardized missing values by converting:</a:t>
            </a:r>
          </a:p>
          <a:p>
            <a:r>
              <a:rPr lang="en-US" dirty="0">
                <a:latin typeface="Times New Roman" panose="02020603050405020304" pitchFamily="18" charset="0"/>
                <a:cs typeface="Times New Roman" panose="02020603050405020304" pitchFamily="18" charset="0"/>
              </a:rPr>
              <a:t>blank cells and whitespace to </a:t>
            </a:r>
            <a:r>
              <a:rPr lang="en-US" dirty="0" err="1">
                <a:latin typeface="Times New Roman" panose="02020603050405020304" pitchFamily="18" charset="0"/>
                <a:cs typeface="Times New Roman" panose="02020603050405020304" pitchFamily="18" charset="0"/>
              </a:rPr>
              <a:t>NaN</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text indicators such as NA, N/A, Don’t know, and Refused to </a:t>
            </a:r>
            <a:r>
              <a:rPr lang="en-US" dirty="0" err="1">
                <a:latin typeface="Times New Roman" panose="02020603050405020304" pitchFamily="18" charset="0"/>
                <a:cs typeface="Times New Roman" panose="02020603050405020304" pitchFamily="18" charset="0"/>
              </a:rPr>
              <a:t>NaN</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numeric missing codes such as 99, 999, and -99 to </a:t>
            </a:r>
            <a:r>
              <a:rPr lang="en-US" dirty="0" err="1">
                <a:latin typeface="Times New Roman" panose="02020603050405020304" pitchFamily="18" charset="0"/>
                <a:cs typeface="Times New Roman" panose="02020603050405020304" pitchFamily="18" charset="0"/>
              </a:rPr>
              <a:t>NaN</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We also generated missingness checks to identify:</a:t>
            </a:r>
          </a:p>
          <a:p>
            <a:r>
              <a:rPr lang="en-US" dirty="0">
                <a:latin typeface="Times New Roman" panose="02020603050405020304" pitchFamily="18" charset="0"/>
                <a:cs typeface="Times New Roman" panose="02020603050405020304" pitchFamily="18" charset="0"/>
              </a:rPr>
              <a:t>columns with high missing percentages </a:t>
            </a:r>
          </a:p>
          <a:p>
            <a:r>
              <a:rPr lang="en-US" dirty="0">
                <a:latin typeface="Times New Roman" panose="02020603050405020304" pitchFamily="18" charset="0"/>
                <a:cs typeface="Times New Roman" panose="02020603050405020304" pitchFamily="18" charset="0"/>
              </a:rPr>
              <a:t>rows with high levels of non-response </a:t>
            </a:r>
          </a:p>
          <a:p>
            <a:r>
              <a:rPr lang="en-US" dirty="0">
                <a:latin typeface="Times New Roman" panose="02020603050405020304" pitchFamily="18" charset="0"/>
                <a:cs typeface="Times New Roman" panose="02020603050405020304" pitchFamily="18" charset="0"/>
              </a:rPr>
              <a:t>This improved transparency and reproducibility before harmonization.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0070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662E5-5F2E-73AD-5CB1-35412E0425A2}"/>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Crosswalk Variable Mapping</a:t>
            </a:r>
          </a:p>
        </p:txBody>
      </p:sp>
      <p:sp>
        <p:nvSpPr>
          <p:cNvPr id="3" name="Content Placeholder 2">
            <a:extLst>
              <a:ext uri="{FF2B5EF4-FFF2-40B4-BE49-F238E27FC236}">
                <a16:creationId xmlns:a16="http://schemas.microsoft.com/office/drawing/2014/main" id="{B2D01D8F-F805-3370-5E72-055C1B0AF320}"/>
              </a:ext>
            </a:extLst>
          </p:cNvPr>
          <p:cNvSpPr>
            <a:spLocks noGrp="1"/>
          </p:cNvSpPr>
          <p:nvPr>
            <p:ph sz="half" idx="1"/>
          </p:nvPr>
        </p:nvSpPr>
        <p:spPr>
          <a:xfrm>
            <a:off x="838200" y="1825625"/>
            <a:ext cx="4544683" cy="4351338"/>
          </a:xfrm>
        </p:spPr>
        <p:txBody>
          <a:bodyPr/>
          <a:lstStyle/>
          <a:p>
            <a:r>
              <a:rPr lang="en-US" dirty="0">
                <a:latin typeface="Times New Roman" panose="02020603050405020304" pitchFamily="18" charset="0"/>
                <a:cs typeface="Times New Roman" panose="02020603050405020304" pitchFamily="18" charset="0"/>
              </a:rPr>
              <a:t>Created the crosswalk mapping between the ARISE and </a:t>
            </a:r>
            <a:r>
              <a:rPr lang="en-US" dirty="0" err="1">
                <a:latin typeface="Times New Roman" panose="02020603050405020304" pitchFamily="18" charset="0"/>
                <a:cs typeface="Times New Roman" panose="02020603050405020304" pitchFamily="18" charset="0"/>
              </a:rPr>
              <a:t>CivicPulse</a:t>
            </a:r>
            <a:r>
              <a:rPr lang="en-US" dirty="0">
                <a:latin typeface="Times New Roman" panose="02020603050405020304" pitchFamily="18" charset="0"/>
                <a:cs typeface="Times New Roman" panose="02020603050405020304" pitchFamily="18" charset="0"/>
              </a:rPr>
              <a:t> datasets.</a:t>
            </a:r>
          </a:p>
          <a:p>
            <a:r>
              <a:rPr lang="en-IN" dirty="0">
                <a:latin typeface="Times New Roman" panose="02020603050405020304" pitchFamily="18" charset="0"/>
                <a:cs typeface="Times New Roman" panose="02020603050405020304" pitchFamily="18" charset="0"/>
              </a:rPr>
              <a:t>The </a:t>
            </a:r>
            <a:r>
              <a:rPr lang="en-IN" b="1" dirty="0" err="1">
                <a:latin typeface="Times New Roman" panose="02020603050405020304" pitchFamily="18" charset="0"/>
                <a:cs typeface="Times New Roman" panose="02020603050405020304" pitchFamily="18" charset="0"/>
              </a:rPr>
              <a:t>common_vars_map</a:t>
            </a: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dictionary specifies which ARISE variables match which </a:t>
            </a:r>
            <a:r>
              <a:rPr lang="en-IN" dirty="0" err="1">
                <a:latin typeface="Times New Roman" panose="02020603050405020304" pitchFamily="18" charset="0"/>
                <a:cs typeface="Times New Roman" panose="02020603050405020304" pitchFamily="18" charset="0"/>
              </a:rPr>
              <a:t>CivicPulse</a:t>
            </a:r>
            <a:r>
              <a:rPr lang="en-IN" dirty="0">
                <a:latin typeface="Times New Roman" panose="02020603050405020304" pitchFamily="18" charset="0"/>
                <a:cs typeface="Times New Roman" panose="02020603050405020304" pitchFamily="18" charset="0"/>
              </a:rPr>
              <a:t> variables. </a:t>
            </a:r>
          </a:p>
          <a:p>
            <a:endParaRPr lang="en-IN" dirty="0"/>
          </a:p>
        </p:txBody>
      </p:sp>
      <p:sp>
        <p:nvSpPr>
          <p:cNvPr id="4" name="Content Placeholder 3">
            <a:extLst>
              <a:ext uri="{FF2B5EF4-FFF2-40B4-BE49-F238E27FC236}">
                <a16:creationId xmlns:a16="http://schemas.microsoft.com/office/drawing/2014/main" id="{730A1547-D584-7E2F-FEEA-02099CAFE452}"/>
              </a:ext>
            </a:extLst>
          </p:cNvPr>
          <p:cNvSpPr>
            <a:spLocks noGrp="1"/>
          </p:cNvSpPr>
          <p:nvPr>
            <p:ph sz="half" idx="2"/>
          </p:nvPr>
        </p:nvSpPr>
        <p:spPr>
          <a:xfrm>
            <a:off x="6172199" y="1825625"/>
            <a:ext cx="5438955" cy="4351338"/>
          </a:xfrm>
        </p:spPr>
        <p:txBody>
          <a:bodyPr/>
          <a:lstStyle/>
          <a:p>
            <a:r>
              <a:rPr lang="en-US" dirty="0">
                <a:latin typeface="Times New Roman" panose="02020603050405020304" pitchFamily="18" charset="0"/>
                <a:cs typeface="Times New Roman" panose="02020603050405020304" pitchFamily="18" charset="0"/>
              </a:rPr>
              <a:t>Each entry follows this structure:</a:t>
            </a:r>
          </a:p>
          <a:p>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Harmonized variables name -&gt; [ARISE variable, </a:t>
            </a:r>
            <a:r>
              <a:rPr lang="en-US" b="1" dirty="0" err="1">
                <a:latin typeface="Times New Roman" panose="02020603050405020304" pitchFamily="18" charset="0"/>
                <a:cs typeface="Times New Roman" panose="02020603050405020304" pitchFamily="18" charset="0"/>
              </a:rPr>
              <a:t>CivicPulse</a:t>
            </a:r>
            <a:r>
              <a:rPr lang="en-US" b="1" dirty="0">
                <a:latin typeface="Times New Roman" panose="02020603050405020304" pitchFamily="18" charset="0"/>
                <a:cs typeface="Times New Roman" panose="02020603050405020304" pitchFamily="18" charset="0"/>
              </a:rPr>
              <a:t> variable]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US" dirty="0"/>
          </a:p>
          <a:p>
            <a:pPr marL="0" indent="0">
              <a:buNone/>
            </a:pPr>
            <a:endParaRPr lang="en-IN" dirty="0"/>
          </a:p>
        </p:txBody>
      </p:sp>
    </p:spTree>
    <p:extLst>
      <p:ext uri="{BB962C8B-B14F-4D97-AF65-F5344CB8AC3E}">
        <p14:creationId xmlns:p14="http://schemas.microsoft.com/office/powerpoint/2010/main" val="13927638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2F7527A-44DF-D455-EAF9-067EAEADF28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Crosswalk table </a:t>
            </a:r>
            <a:endParaRPr lang="en-IN"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14235E8A-0C35-7623-F6FE-8E69F4A11A43}"/>
              </a:ext>
            </a:extLst>
          </p:cNvPr>
          <p:cNvPicPr>
            <a:picLocks noGrp="1" noChangeAspect="1"/>
          </p:cNvPicPr>
          <p:nvPr>
            <p:ph idx="1"/>
          </p:nvPr>
        </p:nvPicPr>
        <p:blipFill>
          <a:blip r:embed="rId2"/>
          <a:stretch>
            <a:fillRect/>
          </a:stretch>
        </p:blipFill>
        <p:spPr>
          <a:xfrm>
            <a:off x="0" y="1257301"/>
            <a:ext cx="12192000" cy="5108993"/>
          </a:xfrm>
          <a:prstGeom prst="rect">
            <a:avLst/>
          </a:prstGeom>
        </p:spPr>
      </p:pic>
    </p:spTree>
    <p:extLst>
      <p:ext uri="{BB962C8B-B14F-4D97-AF65-F5344CB8AC3E}">
        <p14:creationId xmlns:p14="http://schemas.microsoft.com/office/powerpoint/2010/main" val="27346857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FC49B-FB49-7E62-B3C3-C2CB5EC34A7E}"/>
              </a:ext>
            </a:extLst>
          </p:cNvPr>
          <p:cNvSpPr>
            <a:spLocks noGrp="1"/>
          </p:cNvSpPr>
          <p:nvPr>
            <p:ph type="title"/>
          </p:nvPr>
        </p:nvSpPr>
        <p:spPr/>
        <p:txBody>
          <a:bodyPr>
            <a:noAutofit/>
          </a:bodyPr>
          <a:lstStyle/>
          <a:p>
            <a:r>
              <a:rPr lang="en-US" dirty="0">
                <a:latin typeface="Times New Roman" panose="02020603050405020304" pitchFamily="18" charset="0"/>
                <a:cs typeface="Times New Roman" panose="02020603050405020304" pitchFamily="18" charset="0"/>
              </a:rPr>
              <a:t>Adding Harmonized Variables to Datasets</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FACA276-344C-49D1-CFC7-AF96127D9165}"/>
              </a:ext>
            </a:extLst>
          </p:cNvPr>
          <p:cNvSpPr>
            <a:spLocks noGrp="1" noChangeArrowheads="1"/>
          </p:cNvSpPr>
          <p:nvPr>
            <p:ph idx="1"/>
          </p:nvPr>
        </p:nvSpPr>
        <p:spPr bwMode="auto">
          <a:xfrm>
            <a:off x="657763" y="1797742"/>
            <a:ext cx="10876473"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dirty="0">
                <a:latin typeface="Times New Roman" panose="02020603050405020304" pitchFamily="18" charset="0"/>
                <a:cs typeface="Times New Roman" panose="02020603050405020304" pitchFamily="18" charset="0"/>
              </a:rPr>
              <a:t>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dded harmonized variables to the original ARISE and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CivicPulse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datasets using the crosswalk mapping.</a:t>
            </a:r>
            <a:endParaRPr lang="en-US" altLang="en-US"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Standardized variable columns were created to represent the same ideas in both datasets.</a:t>
            </a:r>
            <a:endParaRPr lang="en-US" altLang="en-US"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Harmonized variables are now included in updated datasets, allowing for consistent comparison and analysis.</a:t>
            </a:r>
          </a:p>
        </p:txBody>
      </p:sp>
    </p:spTree>
    <p:extLst>
      <p:ext uri="{BB962C8B-B14F-4D97-AF65-F5344CB8AC3E}">
        <p14:creationId xmlns:p14="http://schemas.microsoft.com/office/powerpoint/2010/main" val="11976915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74784-4F75-E853-15F7-F0BCE696702A}"/>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FD798600-A62C-5AAB-CC3D-93DACDE14DCB}"/>
              </a:ext>
            </a:extLst>
          </p:cNvPr>
          <p:cNvPicPr>
            <a:picLocks noGrp="1" noChangeAspect="1"/>
          </p:cNvPicPr>
          <p:nvPr>
            <p:ph idx="1"/>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2162853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5FFB6-2B08-104A-F117-D563C01665A4}"/>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Current Status / What We Have Completed</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C98D4D-356E-3F7D-40D6-E3B98F32B52A}"/>
              </a:ext>
            </a:extLst>
          </p:cNvPr>
          <p:cNvSpPr>
            <a:spLocks noGrp="1"/>
          </p:cNvSpPr>
          <p:nvPr>
            <p:ph idx="1"/>
          </p:nvPr>
        </p:nvSpPr>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Completed so far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reviewed ARISE and </a:t>
            </a:r>
            <a:r>
              <a:rPr lang="en-US" dirty="0" err="1">
                <a:latin typeface="Times New Roman" panose="02020603050405020304" pitchFamily="18" charset="0"/>
                <a:cs typeface="Times New Roman" panose="02020603050405020304" pitchFamily="18" charset="0"/>
              </a:rPr>
              <a:t>CivicPulse</a:t>
            </a:r>
            <a:r>
              <a:rPr lang="en-US" dirty="0">
                <a:latin typeface="Times New Roman" panose="02020603050405020304" pitchFamily="18" charset="0"/>
                <a:cs typeface="Times New Roman" panose="02020603050405020304" pitchFamily="18" charset="0"/>
              </a:rPr>
              <a:t> codebooks </a:t>
            </a:r>
          </a:p>
          <a:p>
            <a:r>
              <a:rPr lang="en-US" dirty="0">
                <a:latin typeface="Times New Roman" panose="02020603050405020304" pitchFamily="18" charset="0"/>
                <a:cs typeface="Times New Roman" panose="02020603050405020304" pitchFamily="18" charset="0"/>
              </a:rPr>
              <a:t>understood survey structure and variable categories </a:t>
            </a:r>
          </a:p>
          <a:p>
            <a:r>
              <a:rPr lang="en-US" dirty="0">
                <a:latin typeface="Times New Roman" panose="02020603050405020304" pitchFamily="18" charset="0"/>
                <a:cs typeface="Times New Roman" panose="02020603050405020304" pitchFamily="18" charset="0"/>
              </a:rPr>
              <a:t>identified overlapping concepts </a:t>
            </a:r>
          </a:p>
          <a:p>
            <a:r>
              <a:rPr lang="en-US" dirty="0">
                <a:latin typeface="Times New Roman" panose="02020603050405020304" pitchFamily="18" charset="0"/>
                <a:cs typeface="Times New Roman" panose="02020603050405020304" pitchFamily="18" charset="0"/>
              </a:rPr>
              <a:t>created the crosswalk framework </a:t>
            </a:r>
          </a:p>
          <a:p>
            <a:r>
              <a:rPr lang="en-US" dirty="0">
                <a:latin typeface="Times New Roman" panose="02020603050405020304" pitchFamily="18" charset="0"/>
                <a:cs typeface="Times New Roman" panose="02020603050405020304" pitchFamily="18" charset="0"/>
              </a:rPr>
              <a:t>classified matches as exact, partial, weak partial, derived, or no match </a:t>
            </a:r>
          </a:p>
          <a:p>
            <a:r>
              <a:rPr lang="en-US" dirty="0">
                <a:latin typeface="Times New Roman" panose="02020603050405020304" pitchFamily="18" charset="0"/>
                <a:cs typeface="Times New Roman" panose="02020603050405020304" pitchFamily="18" charset="0"/>
              </a:rPr>
              <a:t>cleaned and standardized data </a:t>
            </a:r>
          </a:p>
          <a:p>
            <a:r>
              <a:rPr lang="en-US" dirty="0">
                <a:latin typeface="Times New Roman" panose="02020603050405020304" pitchFamily="18" charset="0"/>
                <a:cs typeface="Times New Roman" panose="02020603050405020304" pitchFamily="18" charset="0"/>
              </a:rPr>
              <a:t>implemented harmonized variable creation in Python </a:t>
            </a:r>
          </a:p>
          <a:p>
            <a:r>
              <a:rPr lang="en-US" dirty="0">
                <a:latin typeface="Times New Roman" panose="02020603050405020304" pitchFamily="18" charset="0"/>
                <a:cs typeface="Times New Roman" panose="02020603050405020304" pitchFamily="18" charset="0"/>
              </a:rPr>
              <a:t>prepared updated datasets for the next stage of analysis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89766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BC157-9438-88D1-BB66-00DFA1CD3892}"/>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Challenges Faced</a:t>
            </a:r>
          </a:p>
        </p:txBody>
      </p:sp>
      <p:sp>
        <p:nvSpPr>
          <p:cNvPr id="3" name="Content Placeholder 2">
            <a:extLst>
              <a:ext uri="{FF2B5EF4-FFF2-40B4-BE49-F238E27FC236}">
                <a16:creationId xmlns:a16="http://schemas.microsoft.com/office/drawing/2014/main" id="{B5CC335E-2489-EA6B-AFF9-E62488BAD926}"/>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Challenges during the project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Different naming conventions across surveys </a:t>
            </a:r>
          </a:p>
          <a:p>
            <a:r>
              <a:rPr lang="en-US" dirty="0">
                <a:latin typeface="Times New Roman" panose="02020603050405020304" pitchFamily="18" charset="0"/>
                <a:cs typeface="Times New Roman" panose="02020603050405020304" pitchFamily="18" charset="0"/>
              </a:rPr>
              <a:t>Different response formats such as single-choice, grid, and multi-select </a:t>
            </a:r>
          </a:p>
          <a:p>
            <a:r>
              <a:rPr lang="en-US" dirty="0">
                <a:latin typeface="Times New Roman" panose="02020603050405020304" pitchFamily="18" charset="0"/>
                <a:cs typeface="Times New Roman" panose="02020603050405020304" pitchFamily="18" charset="0"/>
              </a:rPr>
              <a:t>Different missing-value labels </a:t>
            </a:r>
          </a:p>
          <a:p>
            <a:r>
              <a:rPr lang="en-US" dirty="0">
                <a:latin typeface="Times New Roman" panose="02020603050405020304" pitchFamily="18" charset="0"/>
                <a:cs typeface="Times New Roman" panose="02020603050405020304" pitchFamily="18" charset="0"/>
              </a:rPr>
              <a:t>Some variables only partially match </a:t>
            </a:r>
          </a:p>
          <a:p>
            <a:r>
              <a:rPr lang="en-US" dirty="0">
                <a:latin typeface="Times New Roman" panose="02020603050405020304" pitchFamily="18" charset="0"/>
                <a:cs typeface="Times New Roman" panose="02020603050405020304" pitchFamily="18" charset="0"/>
              </a:rPr>
              <a:t>Some concepts require derived variables or aggregation </a:t>
            </a:r>
          </a:p>
          <a:p>
            <a:r>
              <a:rPr lang="en-US" dirty="0" err="1">
                <a:latin typeface="Times New Roman" panose="02020603050405020304" pitchFamily="18" charset="0"/>
                <a:cs typeface="Times New Roman" panose="02020603050405020304" pitchFamily="18" charset="0"/>
              </a:rPr>
              <a:t>CivicPulse</a:t>
            </a:r>
            <a:r>
              <a:rPr lang="en-US" dirty="0">
                <a:latin typeface="Times New Roman" panose="02020603050405020304" pitchFamily="18" charset="0"/>
                <a:cs typeface="Times New Roman" panose="02020603050405020304" pitchFamily="18" charset="0"/>
              </a:rPr>
              <a:t> wording and actual stored dataset structure needed extra validation before finalizing the crosswalk</a:t>
            </a:r>
          </a:p>
          <a:p>
            <a:endParaRPr lang="en-IN" dirty="0"/>
          </a:p>
        </p:txBody>
      </p:sp>
    </p:spTree>
    <p:extLst>
      <p:ext uri="{BB962C8B-B14F-4D97-AF65-F5344CB8AC3E}">
        <p14:creationId xmlns:p14="http://schemas.microsoft.com/office/powerpoint/2010/main" val="39295522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75064-C8E9-C29E-12F4-18E7F1351EE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Next Week Goal</a:t>
            </a:r>
          </a:p>
        </p:txBody>
      </p:sp>
      <p:sp>
        <p:nvSpPr>
          <p:cNvPr id="3" name="Content Placeholder 2">
            <a:extLst>
              <a:ext uri="{FF2B5EF4-FFF2-40B4-BE49-F238E27FC236}">
                <a16:creationId xmlns:a16="http://schemas.microsoft.com/office/drawing/2014/main" id="{C0E7414D-C4DC-9FB7-A708-B8AD9DB84482}"/>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Next phase of the project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finalize coding notes and harmonized data dictionary </a:t>
            </a:r>
          </a:p>
          <a:p>
            <a:r>
              <a:rPr lang="en-US" dirty="0">
                <a:latin typeface="Times New Roman" panose="02020603050405020304" pitchFamily="18" charset="0"/>
                <a:cs typeface="Times New Roman" panose="02020603050405020304" pitchFamily="18" charset="0"/>
              </a:rPr>
              <a:t>run quality checks on harmonized variables </a:t>
            </a:r>
          </a:p>
          <a:p>
            <a:r>
              <a:rPr lang="en-US" dirty="0">
                <a:latin typeface="Times New Roman" panose="02020603050405020304" pitchFamily="18" charset="0"/>
                <a:cs typeface="Times New Roman" panose="02020603050405020304" pitchFamily="18" charset="0"/>
              </a:rPr>
              <a:t>generate summary statistics </a:t>
            </a:r>
          </a:p>
          <a:p>
            <a:r>
              <a:rPr lang="en-US" dirty="0">
                <a:latin typeface="Times New Roman" panose="02020603050405020304" pitchFamily="18" charset="0"/>
                <a:cs typeface="Times New Roman" panose="02020603050405020304" pitchFamily="18" charset="0"/>
              </a:rPr>
              <a:t>create charts and visualizations </a:t>
            </a:r>
          </a:p>
          <a:p>
            <a:r>
              <a:rPr lang="en-US" dirty="0">
                <a:latin typeface="Times New Roman" panose="02020603050405020304" pitchFamily="18" charset="0"/>
                <a:cs typeface="Times New Roman" panose="02020603050405020304" pitchFamily="18" charset="0"/>
              </a:rPr>
              <a:t>compare patterns across ARISE and </a:t>
            </a:r>
            <a:r>
              <a:rPr lang="en-US" dirty="0" err="1">
                <a:latin typeface="Times New Roman" panose="02020603050405020304" pitchFamily="18" charset="0"/>
                <a:cs typeface="Times New Roman" panose="02020603050405020304" pitchFamily="18" charset="0"/>
              </a:rPr>
              <a:t>CivicPulse</a:t>
            </a:r>
            <a:r>
              <a:rPr lang="en-US" dirty="0">
                <a:latin typeface="Times New Roman" panose="02020603050405020304" pitchFamily="18" charset="0"/>
                <a:cs typeface="Times New Roman" panose="02020603050405020304" pitchFamily="18" charset="0"/>
              </a:rPr>
              <a:t> </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333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SU Template - Accessible" id="{C9EEBB27-A160-0549-93BB-57AA507F1703}" vid="{32148866-FC3F-5F4F-BF9C-13255541B68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4512</TotalTime>
  <Words>1233</Words>
  <Application>Microsoft Office PowerPoint</Application>
  <PresentationFormat>Widescreen</PresentationFormat>
  <Paragraphs>160</Paragraphs>
  <Slides>28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Times New Roman</vt:lpstr>
      <vt:lpstr>Office Theme</vt:lpstr>
      <vt:lpstr>Data Science Capstone Project</vt:lpstr>
      <vt:lpstr>Project Overview</vt:lpstr>
      <vt:lpstr>Why This Project Matters</vt:lpstr>
      <vt:lpstr>Datasets Used</vt:lpstr>
      <vt:lpstr>ARISE-Datasets</vt:lpstr>
      <vt:lpstr>Civic -Dataset</vt:lpstr>
      <vt:lpstr> Understanding the Survey Structure </vt:lpstr>
      <vt:lpstr> Understanding the Survey Structure </vt:lpstr>
      <vt:lpstr>Role of the Codebooks</vt:lpstr>
      <vt:lpstr>Role of the Codebooks</vt:lpstr>
      <vt:lpstr>Two Code Books</vt:lpstr>
      <vt:lpstr>Problem Statement</vt:lpstr>
      <vt:lpstr>Crosswalk Table Purpose</vt:lpstr>
      <vt:lpstr>Crosswalk Table Structure</vt:lpstr>
      <vt:lpstr>Match Types Used in Harmonization</vt:lpstr>
      <vt:lpstr>Example Harmonized Variables</vt:lpstr>
      <vt:lpstr>Example Harmonized Variables</vt:lpstr>
      <vt:lpstr>Dataset Overview</vt:lpstr>
      <vt:lpstr>Column Name Standardization</vt:lpstr>
      <vt:lpstr>Data Cleaning</vt:lpstr>
      <vt:lpstr>Data Cleaning Methodology</vt:lpstr>
      <vt:lpstr>Crosswalk Variable Mapping</vt:lpstr>
      <vt:lpstr>Crosswalk table </vt:lpstr>
      <vt:lpstr>Adding Harmonized Variables to Datasets</vt:lpstr>
      <vt:lpstr>PowerPoint Presentation</vt:lpstr>
      <vt:lpstr>Current Status / What We Have Completed</vt:lpstr>
      <vt:lpstr>Challenges Faced</vt:lpstr>
      <vt:lpstr>Next Week Goal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Wilson, Caleb</dc:creator>
  <cp:lastModifiedBy>Tejasree Chowdary</cp:lastModifiedBy>
  <cp:revision>167</cp:revision>
  <dcterms:created xsi:type="dcterms:W3CDTF">2018-06-18T13:40:31Z</dcterms:created>
  <dcterms:modified xsi:type="dcterms:W3CDTF">2026-03-24T15:30:36Z</dcterms:modified>
</cp:coreProperties>
</file>