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9" r:id="rId1"/>
  </p:sldMasterIdLst>
  <p:notesMasterIdLst>
    <p:notesMasterId r:id="rId3"/>
  </p:notesMasterIdLst>
  <p:sldIdLst>
    <p:sldId id="256" r:id="rId2"/>
  </p:sldIdLst>
  <p:sldSz cx="29260800" cy="16459200"/>
  <p:notesSz cx="6858000" cy="9144000"/>
  <p:embeddedFontLst>
    <p:embeddedFont>
      <p:font typeface="Helvetica Neue" panose="02000503000000020004" pitchFamily="2" charset="0"/>
      <p:regular r:id="rId4"/>
      <p:bold r:id="rId5"/>
      <p:italic r:id="rId6"/>
      <p:boldItalic r:id="rId7"/>
    </p:embeddedFont>
    <p:embeddedFont>
      <p:font typeface="Outfit" pitchFamily="2" charset="0"/>
      <p:regular r:id="rId8"/>
      <p:bold r:id="rId9"/>
    </p:embeddedFont>
    <p:embeddedFont>
      <p:font typeface="Outfit SemiBold" pitchFamily="2" charset="0"/>
      <p:regular r:id="rId10"/>
      <p:bold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184">
          <p15:clr>
            <a:srgbClr val="747775"/>
          </p15:clr>
        </p15:guide>
        <p15:guide id="2" pos="921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6"/>
    <p:restoredTop sz="94648"/>
  </p:normalViewPr>
  <p:slideViewPr>
    <p:cSldViewPr snapToGrid="0">
      <p:cViewPr varScale="1">
        <p:scale>
          <a:sx n="44" d="100"/>
          <a:sy n="44" d="100"/>
        </p:scale>
        <p:origin x="408" y="240"/>
      </p:cViewPr>
      <p:guideLst>
        <p:guide orient="horz" pos="5184"/>
        <p:guide pos="92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viewProps" Target="viewProps.xml"/><Relationship Id="rId18" Type="http://schemas.openxmlformats.org/officeDocument/2006/relationships/customXml" Target="../customXml/item3.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17"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tableStyles" Target="tableStyle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997467" y="2382640"/>
            <a:ext cx="27265800" cy="6568200"/>
          </a:xfrm>
          <a:prstGeom prst="rect">
            <a:avLst/>
          </a:prstGeom>
        </p:spPr>
        <p:txBody>
          <a:bodyPr spcFirstLastPara="1" wrap="square" lIns="292550" tIns="292550" rIns="292550" bIns="292550" anchor="b" anchorCtr="0">
            <a:normAutofit/>
          </a:bodyPr>
          <a:lstStyle>
            <a:lvl1pPr lvl="0" algn="ctr">
              <a:spcBef>
                <a:spcPts val="0"/>
              </a:spcBef>
              <a:spcAft>
                <a:spcPts val="0"/>
              </a:spcAft>
              <a:buSzPts val="16600"/>
              <a:buNone/>
              <a:defRPr sz="16600"/>
            </a:lvl1pPr>
            <a:lvl2pPr lvl="1" algn="ctr">
              <a:spcBef>
                <a:spcPts val="0"/>
              </a:spcBef>
              <a:spcAft>
                <a:spcPts val="0"/>
              </a:spcAft>
              <a:buSzPts val="16600"/>
              <a:buNone/>
              <a:defRPr sz="16600"/>
            </a:lvl2pPr>
            <a:lvl3pPr lvl="2" algn="ctr">
              <a:spcBef>
                <a:spcPts val="0"/>
              </a:spcBef>
              <a:spcAft>
                <a:spcPts val="0"/>
              </a:spcAft>
              <a:buSzPts val="16600"/>
              <a:buNone/>
              <a:defRPr sz="16600"/>
            </a:lvl3pPr>
            <a:lvl4pPr lvl="3" algn="ctr">
              <a:spcBef>
                <a:spcPts val="0"/>
              </a:spcBef>
              <a:spcAft>
                <a:spcPts val="0"/>
              </a:spcAft>
              <a:buSzPts val="16600"/>
              <a:buNone/>
              <a:defRPr sz="16600"/>
            </a:lvl4pPr>
            <a:lvl5pPr lvl="4" algn="ctr">
              <a:spcBef>
                <a:spcPts val="0"/>
              </a:spcBef>
              <a:spcAft>
                <a:spcPts val="0"/>
              </a:spcAft>
              <a:buSzPts val="16600"/>
              <a:buNone/>
              <a:defRPr sz="16600"/>
            </a:lvl5pPr>
            <a:lvl6pPr lvl="5" algn="ctr">
              <a:spcBef>
                <a:spcPts val="0"/>
              </a:spcBef>
              <a:spcAft>
                <a:spcPts val="0"/>
              </a:spcAft>
              <a:buSzPts val="16600"/>
              <a:buNone/>
              <a:defRPr sz="16600"/>
            </a:lvl6pPr>
            <a:lvl7pPr lvl="6" algn="ctr">
              <a:spcBef>
                <a:spcPts val="0"/>
              </a:spcBef>
              <a:spcAft>
                <a:spcPts val="0"/>
              </a:spcAft>
              <a:buSzPts val="16600"/>
              <a:buNone/>
              <a:defRPr sz="16600"/>
            </a:lvl7pPr>
            <a:lvl8pPr lvl="7" algn="ctr">
              <a:spcBef>
                <a:spcPts val="0"/>
              </a:spcBef>
              <a:spcAft>
                <a:spcPts val="0"/>
              </a:spcAft>
              <a:buSzPts val="16600"/>
              <a:buNone/>
              <a:defRPr sz="16600"/>
            </a:lvl8pPr>
            <a:lvl9pPr lvl="8" algn="ctr">
              <a:spcBef>
                <a:spcPts val="0"/>
              </a:spcBef>
              <a:spcAft>
                <a:spcPts val="0"/>
              </a:spcAft>
              <a:buSzPts val="16600"/>
              <a:buNone/>
              <a:defRPr sz="16600"/>
            </a:lvl9pPr>
          </a:lstStyle>
          <a:p>
            <a:endParaRPr/>
          </a:p>
        </p:txBody>
      </p:sp>
      <p:sp>
        <p:nvSpPr>
          <p:cNvPr id="11" name="Google Shape;11;p2"/>
          <p:cNvSpPr txBox="1">
            <a:spLocks noGrp="1"/>
          </p:cNvSpPr>
          <p:nvPr>
            <p:ph type="subTitle" idx="1"/>
          </p:nvPr>
        </p:nvSpPr>
        <p:spPr>
          <a:xfrm>
            <a:off x="997440" y="9069200"/>
            <a:ext cx="27265800" cy="2536200"/>
          </a:xfrm>
          <a:prstGeom prst="rect">
            <a:avLst/>
          </a:prstGeom>
        </p:spPr>
        <p:txBody>
          <a:bodyPr spcFirstLastPara="1" wrap="square" lIns="292550" tIns="292550" rIns="292550" bIns="292550" anchor="t" anchorCtr="0">
            <a:normAutofit/>
          </a:bodyPr>
          <a:lstStyle>
            <a:lvl1pPr lvl="0" algn="ctr">
              <a:lnSpc>
                <a:spcPct val="100000"/>
              </a:lnSpc>
              <a:spcBef>
                <a:spcPts val="0"/>
              </a:spcBef>
              <a:spcAft>
                <a:spcPts val="0"/>
              </a:spcAft>
              <a:buSzPts val="9000"/>
              <a:buNone/>
              <a:defRPr sz="9000"/>
            </a:lvl1pPr>
            <a:lvl2pPr lvl="1" algn="ctr">
              <a:lnSpc>
                <a:spcPct val="100000"/>
              </a:lnSpc>
              <a:spcBef>
                <a:spcPts val="0"/>
              </a:spcBef>
              <a:spcAft>
                <a:spcPts val="0"/>
              </a:spcAft>
              <a:buSzPts val="9000"/>
              <a:buNone/>
              <a:defRPr sz="9000"/>
            </a:lvl2pPr>
            <a:lvl3pPr lvl="2" algn="ctr">
              <a:lnSpc>
                <a:spcPct val="100000"/>
              </a:lnSpc>
              <a:spcBef>
                <a:spcPts val="0"/>
              </a:spcBef>
              <a:spcAft>
                <a:spcPts val="0"/>
              </a:spcAft>
              <a:buSzPts val="9000"/>
              <a:buNone/>
              <a:defRPr sz="9000"/>
            </a:lvl3pPr>
            <a:lvl4pPr lvl="3" algn="ctr">
              <a:lnSpc>
                <a:spcPct val="100000"/>
              </a:lnSpc>
              <a:spcBef>
                <a:spcPts val="0"/>
              </a:spcBef>
              <a:spcAft>
                <a:spcPts val="0"/>
              </a:spcAft>
              <a:buSzPts val="9000"/>
              <a:buNone/>
              <a:defRPr sz="9000"/>
            </a:lvl4pPr>
            <a:lvl5pPr lvl="4" algn="ctr">
              <a:lnSpc>
                <a:spcPct val="100000"/>
              </a:lnSpc>
              <a:spcBef>
                <a:spcPts val="0"/>
              </a:spcBef>
              <a:spcAft>
                <a:spcPts val="0"/>
              </a:spcAft>
              <a:buSzPts val="9000"/>
              <a:buNone/>
              <a:defRPr sz="9000"/>
            </a:lvl5pPr>
            <a:lvl6pPr lvl="5" algn="ctr">
              <a:lnSpc>
                <a:spcPct val="100000"/>
              </a:lnSpc>
              <a:spcBef>
                <a:spcPts val="0"/>
              </a:spcBef>
              <a:spcAft>
                <a:spcPts val="0"/>
              </a:spcAft>
              <a:buSzPts val="9000"/>
              <a:buNone/>
              <a:defRPr sz="9000"/>
            </a:lvl6pPr>
            <a:lvl7pPr lvl="6" algn="ctr">
              <a:lnSpc>
                <a:spcPct val="100000"/>
              </a:lnSpc>
              <a:spcBef>
                <a:spcPts val="0"/>
              </a:spcBef>
              <a:spcAft>
                <a:spcPts val="0"/>
              </a:spcAft>
              <a:buSzPts val="9000"/>
              <a:buNone/>
              <a:defRPr sz="9000"/>
            </a:lvl7pPr>
            <a:lvl8pPr lvl="7" algn="ctr">
              <a:lnSpc>
                <a:spcPct val="100000"/>
              </a:lnSpc>
              <a:spcBef>
                <a:spcPts val="0"/>
              </a:spcBef>
              <a:spcAft>
                <a:spcPts val="0"/>
              </a:spcAft>
              <a:buSzPts val="9000"/>
              <a:buNone/>
              <a:defRPr sz="9000"/>
            </a:lvl8pPr>
            <a:lvl9pPr lvl="8" algn="ctr">
              <a:lnSpc>
                <a:spcPct val="100000"/>
              </a:lnSpc>
              <a:spcBef>
                <a:spcPts val="0"/>
              </a:spcBef>
              <a:spcAft>
                <a:spcPts val="0"/>
              </a:spcAft>
              <a:buSzPts val="9000"/>
              <a:buNone/>
              <a:defRPr sz="9000"/>
            </a:lvl9pPr>
          </a:lstStyle>
          <a:p>
            <a:endParaRPr/>
          </a:p>
        </p:txBody>
      </p:sp>
      <p:sp>
        <p:nvSpPr>
          <p:cNvPr id="12" name="Google Shape;12;p2"/>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997440" y="6882720"/>
            <a:ext cx="27265800" cy="2693700"/>
          </a:xfrm>
          <a:prstGeom prst="rect">
            <a:avLst/>
          </a:prstGeom>
        </p:spPr>
        <p:txBody>
          <a:bodyPr spcFirstLastPara="1" wrap="square" lIns="292550" tIns="292550" rIns="292550" bIns="292550" anchor="ctr" anchorCtr="0">
            <a:normAutofit/>
          </a:bodyPr>
          <a:lstStyle>
            <a:lvl1pPr lvl="0" algn="ctr">
              <a:spcBef>
                <a:spcPts val="0"/>
              </a:spcBef>
              <a:spcAft>
                <a:spcPts val="0"/>
              </a:spcAft>
              <a:buSzPts val="11500"/>
              <a:buNone/>
              <a:defRPr sz="11500"/>
            </a:lvl1pPr>
            <a:lvl2pPr lvl="1" algn="ctr">
              <a:spcBef>
                <a:spcPts val="0"/>
              </a:spcBef>
              <a:spcAft>
                <a:spcPts val="0"/>
              </a:spcAft>
              <a:buSzPts val="11500"/>
              <a:buNone/>
              <a:defRPr sz="11500"/>
            </a:lvl2pPr>
            <a:lvl3pPr lvl="2" algn="ctr">
              <a:spcBef>
                <a:spcPts val="0"/>
              </a:spcBef>
              <a:spcAft>
                <a:spcPts val="0"/>
              </a:spcAft>
              <a:buSzPts val="11500"/>
              <a:buNone/>
              <a:defRPr sz="11500"/>
            </a:lvl3pPr>
            <a:lvl4pPr lvl="3" algn="ctr">
              <a:spcBef>
                <a:spcPts val="0"/>
              </a:spcBef>
              <a:spcAft>
                <a:spcPts val="0"/>
              </a:spcAft>
              <a:buSzPts val="11500"/>
              <a:buNone/>
              <a:defRPr sz="11500"/>
            </a:lvl4pPr>
            <a:lvl5pPr lvl="4" algn="ctr">
              <a:spcBef>
                <a:spcPts val="0"/>
              </a:spcBef>
              <a:spcAft>
                <a:spcPts val="0"/>
              </a:spcAft>
              <a:buSzPts val="11500"/>
              <a:buNone/>
              <a:defRPr sz="11500"/>
            </a:lvl5pPr>
            <a:lvl6pPr lvl="5" algn="ctr">
              <a:spcBef>
                <a:spcPts val="0"/>
              </a:spcBef>
              <a:spcAft>
                <a:spcPts val="0"/>
              </a:spcAft>
              <a:buSzPts val="11500"/>
              <a:buNone/>
              <a:defRPr sz="11500"/>
            </a:lvl6pPr>
            <a:lvl7pPr lvl="6" algn="ctr">
              <a:spcBef>
                <a:spcPts val="0"/>
              </a:spcBef>
              <a:spcAft>
                <a:spcPts val="0"/>
              </a:spcAft>
              <a:buSzPts val="11500"/>
              <a:buNone/>
              <a:defRPr sz="11500"/>
            </a:lvl7pPr>
            <a:lvl8pPr lvl="7" algn="ctr">
              <a:spcBef>
                <a:spcPts val="0"/>
              </a:spcBef>
              <a:spcAft>
                <a:spcPts val="0"/>
              </a:spcAft>
              <a:buSzPts val="11500"/>
              <a:buNone/>
              <a:defRPr sz="11500"/>
            </a:lvl8pPr>
            <a:lvl9pPr lvl="8" algn="ctr">
              <a:spcBef>
                <a:spcPts val="0"/>
              </a:spcBef>
              <a:spcAft>
                <a:spcPts val="0"/>
              </a:spcAft>
              <a:buSzPts val="11500"/>
              <a:buNone/>
              <a:defRPr sz="11500"/>
            </a:lvl9pPr>
          </a:lstStyle>
          <a:p>
            <a:endParaRPr/>
          </a:p>
        </p:txBody>
      </p:sp>
      <p:sp>
        <p:nvSpPr>
          <p:cNvPr id="15" name="Google Shape;15;p3"/>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997440" y="1424080"/>
            <a:ext cx="27265800" cy="1832700"/>
          </a:xfrm>
          <a:prstGeom prst="rect">
            <a:avLst/>
          </a:prstGeom>
        </p:spPr>
        <p:txBody>
          <a:bodyPr spcFirstLastPara="1" wrap="square" lIns="292550" tIns="292550" rIns="292550" bIns="292550" anchor="t" anchorCtr="0">
            <a:norm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18" name="Google Shape;18;p4"/>
          <p:cNvSpPr txBox="1">
            <a:spLocks noGrp="1"/>
          </p:cNvSpPr>
          <p:nvPr>
            <p:ph type="body" idx="1"/>
          </p:nvPr>
        </p:nvSpPr>
        <p:spPr>
          <a:xfrm>
            <a:off x="997440" y="3687920"/>
            <a:ext cx="27265800" cy="10932600"/>
          </a:xfrm>
          <a:prstGeom prst="rect">
            <a:avLst/>
          </a:prstGeom>
        </p:spPr>
        <p:txBody>
          <a:bodyPr spcFirstLastPara="1" wrap="square" lIns="292550" tIns="292550" rIns="292550" bIns="292550" anchor="t" anchorCtr="0">
            <a:normAutofit/>
          </a:bodyPr>
          <a:lstStyle>
            <a:lvl1pPr marL="457200" lvl="0" indent="-596900">
              <a:spcBef>
                <a:spcPts val="0"/>
              </a:spcBef>
              <a:spcAft>
                <a:spcPts val="0"/>
              </a:spcAft>
              <a:buSzPts val="5800"/>
              <a:buChar char="●"/>
              <a:defRPr/>
            </a:lvl1pPr>
            <a:lvl2pPr marL="914400" lvl="1" indent="-514350">
              <a:spcBef>
                <a:spcPts val="0"/>
              </a:spcBef>
              <a:spcAft>
                <a:spcPts val="0"/>
              </a:spcAft>
              <a:buSzPts val="4500"/>
              <a:buChar char="○"/>
              <a:defRPr/>
            </a:lvl2pPr>
            <a:lvl3pPr marL="1371600" lvl="2" indent="-514350">
              <a:spcBef>
                <a:spcPts val="0"/>
              </a:spcBef>
              <a:spcAft>
                <a:spcPts val="0"/>
              </a:spcAft>
              <a:buSzPts val="4500"/>
              <a:buChar char="■"/>
              <a:defRPr/>
            </a:lvl3pPr>
            <a:lvl4pPr marL="1828800" lvl="3" indent="-514350">
              <a:spcBef>
                <a:spcPts val="0"/>
              </a:spcBef>
              <a:spcAft>
                <a:spcPts val="0"/>
              </a:spcAft>
              <a:buSzPts val="4500"/>
              <a:buChar char="●"/>
              <a:defRPr/>
            </a:lvl4pPr>
            <a:lvl5pPr marL="2286000" lvl="4" indent="-514350">
              <a:spcBef>
                <a:spcPts val="0"/>
              </a:spcBef>
              <a:spcAft>
                <a:spcPts val="0"/>
              </a:spcAft>
              <a:buSzPts val="4500"/>
              <a:buChar char="○"/>
              <a:defRPr/>
            </a:lvl5pPr>
            <a:lvl6pPr marL="2743200" lvl="5" indent="-514350">
              <a:spcBef>
                <a:spcPts val="0"/>
              </a:spcBef>
              <a:spcAft>
                <a:spcPts val="0"/>
              </a:spcAft>
              <a:buSzPts val="4500"/>
              <a:buChar char="■"/>
              <a:defRPr/>
            </a:lvl6pPr>
            <a:lvl7pPr marL="3200400" lvl="6" indent="-514350">
              <a:spcBef>
                <a:spcPts val="0"/>
              </a:spcBef>
              <a:spcAft>
                <a:spcPts val="0"/>
              </a:spcAft>
              <a:buSzPts val="4500"/>
              <a:buChar char="●"/>
              <a:defRPr/>
            </a:lvl7pPr>
            <a:lvl8pPr marL="3657600" lvl="7" indent="-514350">
              <a:spcBef>
                <a:spcPts val="0"/>
              </a:spcBef>
              <a:spcAft>
                <a:spcPts val="0"/>
              </a:spcAft>
              <a:buSzPts val="4500"/>
              <a:buChar char="○"/>
              <a:defRPr/>
            </a:lvl8pPr>
            <a:lvl9pPr marL="4114800" lvl="8" indent="-514350">
              <a:spcBef>
                <a:spcPts val="0"/>
              </a:spcBef>
              <a:spcAft>
                <a:spcPts val="0"/>
              </a:spcAft>
              <a:buSzPts val="4500"/>
              <a:buChar char="■"/>
              <a:defRPr/>
            </a:lvl9pPr>
          </a:lstStyle>
          <a:p>
            <a:endParaRPr/>
          </a:p>
        </p:txBody>
      </p:sp>
      <p:sp>
        <p:nvSpPr>
          <p:cNvPr id="19" name="Google Shape;19;p4"/>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997440" y="1424080"/>
            <a:ext cx="27265800" cy="1832700"/>
          </a:xfrm>
          <a:prstGeom prst="rect">
            <a:avLst/>
          </a:prstGeom>
        </p:spPr>
        <p:txBody>
          <a:bodyPr spcFirstLastPara="1" wrap="square" lIns="292550" tIns="292550" rIns="292550" bIns="292550" anchor="t" anchorCtr="0">
            <a:norm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22" name="Google Shape;22;p5"/>
          <p:cNvSpPr txBox="1">
            <a:spLocks noGrp="1"/>
          </p:cNvSpPr>
          <p:nvPr>
            <p:ph type="body" idx="1"/>
          </p:nvPr>
        </p:nvSpPr>
        <p:spPr>
          <a:xfrm>
            <a:off x="997440" y="3687920"/>
            <a:ext cx="12799800" cy="10932600"/>
          </a:xfrm>
          <a:prstGeom prst="rect">
            <a:avLst/>
          </a:prstGeom>
        </p:spPr>
        <p:txBody>
          <a:bodyPr spcFirstLastPara="1" wrap="square" lIns="292550" tIns="292550" rIns="292550" bIns="292550" anchor="t" anchorCtr="0">
            <a:normAutofit/>
          </a:bodyPr>
          <a:lstStyle>
            <a:lvl1pPr marL="457200" lvl="0" indent="-514350">
              <a:spcBef>
                <a:spcPts val="0"/>
              </a:spcBef>
              <a:spcAft>
                <a:spcPts val="0"/>
              </a:spcAft>
              <a:buSzPts val="4500"/>
              <a:buChar char="●"/>
              <a:defRPr sz="4500"/>
            </a:lvl1pPr>
            <a:lvl2pPr marL="914400" lvl="1" indent="-469900">
              <a:spcBef>
                <a:spcPts val="0"/>
              </a:spcBef>
              <a:spcAft>
                <a:spcPts val="0"/>
              </a:spcAft>
              <a:buSzPts val="3800"/>
              <a:buChar char="○"/>
              <a:defRPr sz="3800"/>
            </a:lvl2pPr>
            <a:lvl3pPr marL="1371600" lvl="2" indent="-469900">
              <a:spcBef>
                <a:spcPts val="0"/>
              </a:spcBef>
              <a:spcAft>
                <a:spcPts val="0"/>
              </a:spcAft>
              <a:buSzPts val="3800"/>
              <a:buChar char="■"/>
              <a:defRPr sz="3800"/>
            </a:lvl3pPr>
            <a:lvl4pPr marL="1828800" lvl="3" indent="-469900">
              <a:spcBef>
                <a:spcPts val="0"/>
              </a:spcBef>
              <a:spcAft>
                <a:spcPts val="0"/>
              </a:spcAft>
              <a:buSzPts val="3800"/>
              <a:buChar char="●"/>
              <a:defRPr sz="3800"/>
            </a:lvl4pPr>
            <a:lvl5pPr marL="2286000" lvl="4" indent="-469900">
              <a:spcBef>
                <a:spcPts val="0"/>
              </a:spcBef>
              <a:spcAft>
                <a:spcPts val="0"/>
              </a:spcAft>
              <a:buSzPts val="3800"/>
              <a:buChar char="○"/>
              <a:defRPr sz="3800"/>
            </a:lvl5pPr>
            <a:lvl6pPr marL="2743200" lvl="5" indent="-469900">
              <a:spcBef>
                <a:spcPts val="0"/>
              </a:spcBef>
              <a:spcAft>
                <a:spcPts val="0"/>
              </a:spcAft>
              <a:buSzPts val="3800"/>
              <a:buChar char="■"/>
              <a:defRPr sz="3800"/>
            </a:lvl6pPr>
            <a:lvl7pPr marL="3200400" lvl="6" indent="-469900">
              <a:spcBef>
                <a:spcPts val="0"/>
              </a:spcBef>
              <a:spcAft>
                <a:spcPts val="0"/>
              </a:spcAft>
              <a:buSzPts val="3800"/>
              <a:buChar char="●"/>
              <a:defRPr sz="3800"/>
            </a:lvl7pPr>
            <a:lvl8pPr marL="3657600" lvl="7" indent="-469900">
              <a:spcBef>
                <a:spcPts val="0"/>
              </a:spcBef>
              <a:spcAft>
                <a:spcPts val="0"/>
              </a:spcAft>
              <a:buSzPts val="3800"/>
              <a:buChar char="○"/>
              <a:defRPr sz="3800"/>
            </a:lvl8pPr>
            <a:lvl9pPr marL="4114800" lvl="8" indent="-469900">
              <a:spcBef>
                <a:spcPts val="0"/>
              </a:spcBef>
              <a:spcAft>
                <a:spcPts val="0"/>
              </a:spcAft>
              <a:buSzPts val="3800"/>
              <a:buChar char="■"/>
              <a:defRPr sz="3800"/>
            </a:lvl9pPr>
          </a:lstStyle>
          <a:p>
            <a:endParaRPr/>
          </a:p>
        </p:txBody>
      </p:sp>
      <p:sp>
        <p:nvSpPr>
          <p:cNvPr id="23" name="Google Shape;23;p5"/>
          <p:cNvSpPr txBox="1">
            <a:spLocks noGrp="1"/>
          </p:cNvSpPr>
          <p:nvPr>
            <p:ph type="body" idx="2"/>
          </p:nvPr>
        </p:nvSpPr>
        <p:spPr>
          <a:xfrm>
            <a:off x="15463680" y="3687920"/>
            <a:ext cx="12799800" cy="10932600"/>
          </a:xfrm>
          <a:prstGeom prst="rect">
            <a:avLst/>
          </a:prstGeom>
        </p:spPr>
        <p:txBody>
          <a:bodyPr spcFirstLastPara="1" wrap="square" lIns="292550" tIns="292550" rIns="292550" bIns="292550" anchor="t" anchorCtr="0">
            <a:normAutofit/>
          </a:bodyPr>
          <a:lstStyle>
            <a:lvl1pPr marL="457200" lvl="0" indent="-514350">
              <a:spcBef>
                <a:spcPts val="0"/>
              </a:spcBef>
              <a:spcAft>
                <a:spcPts val="0"/>
              </a:spcAft>
              <a:buSzPts val="4500"/>
              <a:buChar char="●"/>
              <a:defRPr sz="4500"/>
            </a:lvl1pPr>
            <a:lvl2pPr marL="914400" lvl="1" indent="-469900">
              <a:spcBef>
                <a:spcPts val="0"/>
              </a:spcBef>
              <a:spcAft>
                <a:spcPts val="0"/>
              </a:spcAft>
              <a:buSzPts val="3800"/>
              <a:buChar char="○"/>
              <a:defRPr sz="3800"/>
            </a:lvl2pPr>
            <a:lvl3pPr marL="1371600" lvl="2" indent="-469900">
              <a:spcBef>
                <a:spcPts val="0"/>
              </a:spcBef>
              <a:spcAft>
                <a:spcPts val="0"/>
              </a:spcAft>
              <a:buSzPts val="3800"/>
              <a:buChar char="■"/>
              <a:defRPr sz="3800"/>
            </a:lvl3pPr>
            <a:lvl4pPr marL="1828800" lvl="3" indent="-469900">
              <a:spcBef>
                <a:spcPts val="0"/>
              </a:spcBef>
              <a:spcAft>
                <a:spcPts val="0"/>
              </a:spcAft>
              <a:buSzPts val="3800"/>
              <a:buChar char="●"/>
              <a:defRPr sz="3800"/>
            </a:lvl4pPr>
            <a:lvl5pPr marL="2286000" lvl="4" indent="-469900">
              <a:spcBef>
                <a:spcPts val="0"/>
              </a:spcBef>
              <a:spcAft>
                <a:spcPts val="0"/>
              </a:spcAft>
              <a:buSzPts val="3800"/>
              <a:buChar char="○"/>
              <a:defRPr sz="3800"/>
            </a:lvl5pPr>
            <a:lvl6pPr marL="2743200" lvl="5" indent="-469900">
              <a:spcBef>
                <a:spcPts val="0"/>
              </a:spcBef>
              <a:spcAft>
                <a:spcPts val="0"/>
              </a:spcAft>
              <a:buSzPts val="3800"/>
              <a:buChar char="■"/>
              <a:defRPr sz="3800"/>
            </a:lvl6pPr>
            <a:lvl7pPr marL="3200400" lvl="6" indent="-469900">
              <a:spcBef>
                <a:spcPts val="0"/>
              </a:spcBef>
              <a:spcAft>
                <a:spcPts val="0"/>
              </a:spcAft>
              <a:buSzPts val="3800"/>
              <a:buChar char="●"/>
              <a:defRPr sz="3800"/>
            </a:lvl7pPr>
            <a:lvl8pPr marL="3657600" lvl="7" indent="-469900">
              <a:spcBef>
                <a:spcPts val="0"/>
              </a:spcBef>
              <a:spcAft>
                <a:spcPts val="0"/>
              </a:spcAft>
              <a:buSzPts val="3800"/>
              <a:buChar char="○"/>
              <a:defRPr sz="3800"/>
            </a:lvl8pPr>
            <a:lvl9pPr marL="4114800" lvl="8" indent="-469900">
              <a:spcBef>
                <a:spcPts val="0"/>
              </a:spcBef>
              <a:spcAft>
                <a:spcPts val="0"/>
              </a:spcAft>
              <a:buSzPts val="3800"/>
              <a:buChar char="■"/>
              <a:defRPr sz="3800"/>
            </a:lvl9pPr>
          </a:lstStyle>
          <a:p>
            <a:endParaRPr/>
          </a:p>
        </p:txBody>
      </p:sp>
      <p:sp>
        <p:nvSpPr>
          <p:cNvPr id="24" name="Google Shape;24;p5"/>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997440" y="1424080"/>
            <a:ext cx="27265800" cy="1832700"/>
          </a:xfrm>
          <a:prstGeom prst="rect">
            <a:avLst/>
          </a:prstGeom>
        </p:spPr>
        <p:txBody>
          <a:bodyPr spcFirstLastPara="1" wrap="square" lIns="292550" tIns="292550" rIns="292550" bIns="292550" anchor="t" anchorCtr="0">
            <a:norm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27" name="Google Shape;27;p6"/>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997440" y="1777920"/>
            <a:ext cx="8985600" cy="2418300"/>
          </a:xfrm>
          <a:prstGeom prst="rect">
            <a:avLst/>
          </a:prstGeom>
        </p:spPr>
        <p:txBody>
          <a:bodyPr spcFirstLastPara="1" wrap="square" lIns="292550" tIns="292550" rIns="292550" bIns="292550" anchor="b" anchorCtr="0">
            <a:normAutofit/>
          </a:bodyPr>
          <a:lstStyle>
            <a:lvl1pPr lvl="0">
              <a:spcBef>
                <a:spcPts val="0"/>
              </a:spcBef>
              <a:spcAft>
                <a:spcPts val="0"/>
              </a:spcAft>
              <a:buSzPts val="7700"/>
              <a:buNone/>
              <a:defRPr sz="7700"/>
            </a:lvl1pPr>
            <a:lvl2pPr lvl="1">
              <a:spcBef>
                <a:spcPts val="0"/>
              </a:spcBef>
              <a:spcAft>
                <a:spcPts val="0"/>
              </a:spcAft>
              <a:buSzPts val="7700"/>
              <a:buNone/>
              <a:defRPr sz="7700"/>
            </a:lvl2pPr>
            <a:lvl3pPr lvl="2">
              <a:spcBef>
                <a:spcPts val="0"/>
              </a:spcBef>
              <a:spcAft>
                <a:spcPts val="0"/>
              </a:spcAft>
              <a:buSzPts val="7700"/>
              <a:buNone/>
              <a:defRPr sz="7700"/>
            </a:lvl3pPr>
            <a:lvl4pPr lvl="3">
              <a:spcBef>
                <a:spcPts val="0"/>
              </a:spcBef>
              <a:spcAft>
                <a:spcPts val="0"/>
              </a:spcAft>
              <a:buSzPts val="7700"/>
              <a:buNone/>
              <a:defRPr sz="7700"/>
            </a:lvl4pPr>
            <a:lvl5pPr lvl="4">
              <a:spcBef>
                <a:spcPts val="0"/>
              </a:spcBef>
              <a:spcAft>
                <a:spcPts val="0"/>
              </a:spcAft>
              <a:buSzPts val="7700"/>
              <a:buNone/>
              <a:defRPr sz="7700"/>
            </a:lvl5pPr>
            <a:lvl6pPr lvl="5">
              <a:spcBef>
                <a:spcPts val="0"/>
              </a:spcBef>
              <a:spcAft>
                <a:spcPts val="0"/>
              </a:spcAft>
              <a:buSzPts val="7700"/>
              <a:buNone/>
              <a:defRPr sz="7700"/>
            </a:lvl6pPr>
            <a:lvl7pPr lvl="6">
              <a:spcBef>
                <a:spcPts val="0"/>
              </a:spcBef>
              <a:spcAft>
                <a:spcPts val="0"/>
              </a:spcAft>
              <a:buSzPts val="7700"/>
              <a:buNone/>
              <a:defRPr sz="7700"/>
            </a:lvl7pPr>
            <a:lvl8pPr lvl="7">
              <a:spcBef>
                <a:spcPts val="0"/>
              </a:spcBef>
              <a:spcAft>
                <a:spcPts val="0"/>
              </a:spcAft>
              <a:buSzPts val="7700"/>
              <a:buNone/>
              <a:defRPr sz="7700"/>
            </a:lvl8pPr>
            <a:lvl9pPr lvl="8">
              <a:spcBef>
                <a:spcPts val="0"/>
              </a:spcBef>
              <a:spcAft>
                <a:spcPts val="0"/>
              </a:spcAft>
              <a:buSzPts val="7700"/>
              <a:buNone/>
              <a:defRPr sz="7700"/>
            </a:lvl9pPr>
          </a:lstStyle>
          <a:p>
            <a:endParaRPr/>
          </a:p>
        </p:txBody>
      </p:sp>
      <p:sp>
        <p:nvSpPr>
          <p:cNvPr id="30" name="Google Shape;30;p7"/>
          <p:cNvSpPr txBox="1">
            <a:spLocks noGrp="1"/>
          </p:cNvSpPr>
          <p:nvPr>
            <p:ph type="body" idx="1"/>
          </p:nvPr>
        </p:nvSpPr>
        <p:spPr>
          <a:xfrm>
            <a:off x="997440" y="4446720"/>
            <a:ext cx="8985600" cy="10174200"/>
          </a:xfrm>
          <a:prstGeom prst="rect">
            <a:avLst/>
          </a:prstGeom>
        </p:spPr>
        <p:txBody>
          <a:bodyPr spcFirstLastPara="1" wrap="square" lIns="292550" tIns="292550" rIns="292550" bIns="292550" anchor="t" anchorCtr="0">
            <a:normAutofit/>
          </a:bodyPr>
          <a:lstStyle>
            <a:lvl1pPr marL="457200" lvl="0" indent="-469900">
              <a:spcBef>
                <a:spcPts val="0"/>
              </a:spcBef>
              <a:spcAft>
                <a:spcPts val="0"/>
              </a:spcAft>
              <a:buSzPts val="3800"/>
              <a:buChar char="●"/>
              <a:defRPr sz="3800"/>
            </a:lvl1pPr>
            <a:lvl2pPr marL="914400" lvl="1" indent="-469900">
              <a:spcBef>
                <a:spcPts val="0"/>
              </a:spcBef>
              <a:spcAft>
                <a:spcPts val="0"/>
              </a:spcAft>
              <a:buSzPts val="3800"/>
              <a:buChar char="○"/>
              <a:defRPr sz="3800"/>
            </a:lvl2pPr>
            <a:lvl3pPr marL="1371600" lvl="2" indent="-469900">
              <a:spcBef>
                <a:spcPts val="0"/>
              </a:spcBef>
              <a:spcAft>
                <a:spcPts val="0"/>
              </a:spcAft>
              <a:buSzPts val="3800"/>
              <a:buChar char="■"/>
              <a:defRPr sz="3800"/>
            </a:lvl3pPr>
            <a:lvl4pPr marL="1828800" lvl="3" indent="-469900">
              <a:spcBef>
                <a:spcPts val="0"/>
              </a:spcBef>
              <a:spcAft>
                <a:spcPts val="0"/>
              </a:spcAft>
              <a:buSzPts val="3800"/>
              <a:buChar char="●"/>
              <a:defRPr sz="3800"/>
            </a:lvl4pPr>
            <a:lvl5pPr marL="2286000" lvl="4" indent="-469900">
              <a:spcBef>
                <a:spcPts val="0"/>
              </a:spcBef>
              <a:spcAft>
                <a:spcPts val="0"/>
              </a:spcAft>
              <a:buSzPts val="3800"/>
              <a:buChar char="○"/>
              <a:defRPr sz="3800"/>
            </a:lvl5pPr>
            <a:lvl6pPr marL="2743200" lvl="5" indent="-469900">
              <a:spcBef>
                <a:spcPts val="0"/>
              </a:spcBef>
              <a:spcAft>
                <a:spcPts val="0"/>
              </a:spcAft>
              <a:buSzPts val="3800"/>
              <a:buChar char="■"/>
              <a:defRPr sz="3800"/>
            </a:lvl6pPr>
            <a:lvl7pPr marL="3200400" lvl="6" indent="-469900">
              <a:spcBef>
                <a:spcPts val="0"/>
              </a:spcBef>
              <a:spcAft>
                <a:spcPts val="0"/>
              </a:spcAft>
              <a:buSzPts val="3800"/>
              <a:buChar char="●"/>
              <a:defRPr sz="3800"/>
            </a:lvl7pPr>
            <a:lvl8pPr marL="3657600" lvl="7" indent="-469900">
              <a:spcBef>
                <a:spcPts val="0"/>
              </a:spcBef>
              <a:spcAft>
                <a:spcPts val="0"/>
              </a:spcAft>
              <a:buSzPts val="3800"/>
              <a:buChar char="○"/>
              <a:defRPr sz="3800"/>
            </a:lvl8pPr>
            <a:lvl9pPr marL="4114800" lvl="8" indent="-469900">
              <a:spcBef>
                <a:spcPts val="0"/>
              </a:spcBef>
              <a:spcAft>
                <a:spcPts val="0"/>
              </a:spcAft>
              <a:buSzPts val="3800"/>
              <a:buChar char="■"/>
              <a:defRPr sz="3800"/>
            </a:lvl9pPr>
          </a:lstStyle>
          <a:p>
            <a:endParaRPr/>
          </a:p>
        </p:txBody>
      </p:sp>
      <p:sp>
        <p:nvSpPr>
          <p:cNvPr id="31" name="Google Shape;31;p7"/>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568800" y="1440480"/>
            <a:ext cx="20376900" cy="13090500"/>
          </a:xfrm>
          <a:prstGeom prst="rect">
            <a:avLst/>
          </a:prstGeom>
        </p:spPr>
        <p:txBody>
          <a:bodyPr spcFirstLastPara="1" wrap="square" lIns="292550" tIns="292550" rIns="292550" bIns="292550" anchor="ctr" anchorCtr="0">
            <a:normAutofit/>
          </a:bodyPr>
          <a:lstStyle>
            <a:lvl1pPr lvl="0">
              <a:spcBef>
                <a:spcPts val="0"/>
              </a:spcBef>
              <a:spcAft>
                <a:spcPts val="0"/>
              </a:spcAft>
              <a:buSzPts val="15400"/>
              <a:buNone/>
              <a:defRPr sz="15400"/>
            </a:lvl1pPr>
            <a:lvl2pPr lvl="1">
              <a:spcBef>
                <a:spcPts val="0"/>
              </a:spcBef>
              <a:spcAft>
                <a:spcPts val="0"/>
              </a:spcAft>
              <a:buSzPts val="15400"/>
              <a:buNone/>
              <a:defRPr sz="15400"/>
            </a:lvl2pPr>
            <a:lvl3pPr lvl="2">
              <a:spcBef>
                <a:spcPts val="0"/>
              </a:spcBef>
              <a:spcAft>
                <a:spcPts val="0"/>
              </a:spcAft>
              <a:buSzPts val="15400"/>
              <a:buNone/>
              <a:defRPr sz="15400"/>
            </a:lvl3pPr>
            <a:lvl4pPr lvl="3">
              <a:spcBef>
                <a:spcPts val="0"/>
              </a:spcBef>
              <a:spcAft>
                <a:spcPts val="0"/>
              </a:spcAft>
              <a:buSzPts val="15400"/>
              <a:buNone/>
              <a:defRPr sz="15400"/>
            </a:lvl4pPr>
            <a:lvl5pPr lvl="4">
              <a:spcBef>
                <a:spcPts val="0"/>
              </a:spcBef>
              <a:spcAft>
                <a:spcPts val="0"/>
              </a:spcAft>
              <a:buSzPts val="15400"/>
              <a:buNone/>
              <a:defRPr sz="15400"/>
            </a:lvl5pPr>
            <a:lvl6pPr lvl="5">
              <a:spcBef>
                <a:spcPts val="0"/>
              </a:spcBef>
              <a:spcAft>
                <a:spcPts val="0"/>
              </a:spcAft>
              <a:buSzPts val="15400"/>
              <a:buNone/>
              <a:defRPr sz="15400"/>
            </a:lvl6pPr>
            <a:lvl7pPr lvl="6">
              <a:spcBef>
                <a:spcPts val="0"/>
              </a:spcBef>
              <a:spcAft>
                <a:spcPts val="0"/>
              </a:spcAft>
              <a:buSzPts val="15400"/>
              <a:buNone/>
              <a:defRPr sz="15400"/>
            </a:lvl7pPr>
            <a:lvl8pPr lvl="7">
              <a:spcBef>
                <a:spcPts val="0"/>
              </a:spcBef>
              <a:spcAft>
                <a:spcPts val="0"/>
              </a:spcAft>
              <a:buSzPts val="15400"/>
              <a:buNone/>
              <a:defRPr sz="15400"/>
            </a:lvl8pPr>
            <a:lvl9pPr lvl="8">
              <a:spcBef>
                <a:spcPts val="0"/>
              </a:spcBef>
              <a:spcAft>
                <a:spcPts val="0"/>
              </a:spcAft>
              <a:buSzPts val="15400"/>
              <a:buNone/>
              <a:defRPr sz="15400"/>
            </a:lvl9pPr>
          </a:lstStyle>
          <a:p>
            <a:endParaRPr/>
          </a:p>
        </p:txBody>
      </p:sp>
      <p:sp>
        <p:nvSpPr>
          <p:cNvPr id="34" name="Google Shape;34;p8"/>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4630400" y="-400"/>
            <a:ext cx="14630400" cy="16459200"/>
          </a:xfrm>
          <a:prstGeom prst="rect">
            <a:avLst/>
          </a:prstGeom>
          <a:solidFill>
            <a:schemeClr val="lt2"/>
          </a:solidFill>
          <a:ln>
            <a:noFill/>
          </a:ln>
        </p:spPr>
        <p:txBody>
          <a:bodyPr spcFirstLastPara="1" wrap="square" lIns="292550" tIns="292550" rIns="292550" bIns="292550"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849600" y="3946160"/>
            <a:ext cx="12944700" cy="4743300"/>
          </a:xfrm>
          <a:prstGeom prst="rect">
            <a:avLst/>
          </a:prstGeom>
        </p:spPr>
        <p:txBody>
          <a:bodyPr spcFirstLastPara="1" wrap="square" lIns="292550" tIns="292550" rIns="292550" bIns="292550" anchor="b" anchorCtr="0">
            <a:normAutofit/>
          </a:bodyPr>
          <a:lstStyle>
            <a:lvl1pPr lvl="0" algn="ctr">
              <a:spcBef>
                <a:spcPts val="0"/>
              </a:spcBef>
              <a:spcAft>
                <a:spcPts val="0"/>
              </a:spcAft>
              <a:buSzPts val="13400"/>
              <a:buNone/>
              <a:defRPr sz="13400"/>
            </a:lvl1pPr>
            <a:lvl2pPr lvl="1" algn="ctr">
              <a:spcBef>
                <a:spcPts val="0"/>
              </a:spcBef>
              <a:spcAft>
                <a:spcPts val="0"/>
              </a:spcAft>
              <a:buSzPts val="13400"/>
              <a:buNone/>
              <a:defRPr sz="13400"/>
            </a:lvl2pPr>
            <a:lvl3pPr lvl="2" algn="ctr">
              <a:spcBef>
                <a:spcPts val="0"/>
              </a:spcBef>
              <a:spcAft>
                <a:spcPts val="0"/>
              </a:spcAft>
              <a:buSzPts val="13400"/>
              <a:buNone/>
              <a:defRPr sz="13400"/>
            </a:lvl3pPr>
            <a:lvl4pPr lvl="3" algn="ctr">
              <a:spcBef>
                <a:spcPts val="0"/>
              </a:spcBef>
              <a:spcAft>
                <a:spcPts val="0"/>
              </a:spcAft>
              <a:buSzPts val="13400"/>
              <a:buNone/>
              <a:defRPr sz="13400"/>
            </a:lvl4pPr>
            <a:lvl5pPr lvl="4" algn="ctr">
              <a:spcBef>
                <a:spcPts val="0"/>
              </a:spcBef>
              <a:spcAft>
                <a:spcPts val="0"/>
              </a:spcAft>
              <a:buSzPts val="13400"/>
              <a:buNone/>
              <a:defRPr sz="13400"/>
            </a:lvl5pPr>
            <a:lvl6pPr lvl="5" algn="ctr">
              <a:spcBef>
                <a:spcPts val="0"/>
              </a:spcBef>
              <a:spcAft>
                <a:spcPts val="0"/>
              </a:spcAft>
              <a:buSzPts val="13400"/>
              <a:buNone/>
              <a:defRPr sz="13400"/>
            </a:lvl6pPr>
            <a:lvl7pPr lvl="6" algn="ctr">
              <a:spcBef>
                <a:spcPts val="0"/>
              </a:spcBef>
              <a:spcAft>
                <a:spcPts val="0"/>
              </a:spcAft>
              <a:buSzPts val="13400"/>
              <a:buNone/>
              <a:defRPr sz="13400"/>
            </a:lvl7pPr>
            <a:lvl8pPr lvl="7" algn="ctr">
              <a:spcBef>
                <a:spcPts val="0"/>
              </a:spcBef>
              <a:spcAft>
                <a:spcPts val="0"/>
              </a:spcAft>
              <a:buSzPts val="13400"/>
              <a:buNone/>
              <a:defRPr sz="13400"/>
            </a:lvl8pPr>
            <a:lvl9pPr lvl="8" algn="ctr">
              <a:spcBef>
                <a:spcPts val="0"/>
              </a:spcBef>
              <a:spcAft>
                <a:spcPts val="0"/>
              </a:spcAft>
              <a:buSzPts val="13400"/>
              <a:buNone/>
              <a:defRPr sz="13400"/>
            </a:lvl9pPr>
          </a:lstStyle>
          <a:p>
            <a:endParaRPr/>
          </a:p>
        </p:txBody>
      </p:sp>
      <p:sp>
        <p:nvSpPr>
          <p:cNvPr id="38" name="Google Shape;38;p9"/>
          <p:cNvSpPr txBox="1">
            <a:spLocks noGrp="1"/>
          </p:cNvSpPr>
          <p:nvPr>
            <p:ph type="subTitle" idx="1"/>
          </p:nvPr>
        </p:nvSpPr>
        <p:spPr>
          <a:xfrm>
            <a:off x="849600" y="8969840"/>
            <a:ext cx="12944700" cy="3952200"/>
          </a:xfrm>
          <a:prstGeom prst="rect">
            <a:avLst/>
          </a:prstGeom>
        </p:spPr>
        <p:txBody>
          <a:bodyPr spcFirstLastPara="1" wrap="square" lIns="292550" tIns="292550" rIns="292550" bIns="292550" anchor="t" anchorCtr="0">
            <a:normAutofit/>
          </a:bodyPr>
          <a:lstStyle>
            <a:lvl1pPr lvl="0" algn="ctr">
              <a:lnSpc>
                <a:spcPct val="100000"/>
              </a:lnSpc>
              <a:spcBef>
                <a:spcPts val="0"/>
              </a:spcBef>
              <a:spcAft>
                <a:spcPts val="0"/>
              </a:spcAft>
              <a:buSzPts val="6700"/>
              <a:buNone/>
              <a:defRPr sz="6700"/>
            </a:lvl1pPr>
            <a:lvl2pPr lvl="1" algn="ctr">
              <a:lnSpc>
                <a:spcPct val="100000"/>
              </a:lnSpc>
              <a:spcBef>
                <a:spcPts val="0"/>
              </a:spcBef>
              <a:spcAft>
                <a:spcPts val="0"/>
              </a:spcAft>
              <a:buSzPts val="6700"/>
              <a:buNone/>
              <a:defRPr sz="6700"/>
            </a:lvl2pPr>
            <a:lvl3pPr lvl="2" algn="ctr">
              <a:lnSpc>
                <a:spcPct val="100000"/>
              </a:lnSpc>
              <a:spcBef>
                <a:spcPts val="0"/>
              </a:spcBef>
              <a:spcAft>
                <a:spcPts val="0"/>
              </a:spcAft>
              <a:buSzPts val="6700"/>
              <a:buNone/>
              <a:defRPr sz="6700"/>
            </a:lvl3pPr>
            <a:lvl4pPr lvl="3" algn="ctr">
              <a:lnSpc>
                <a:spcPct val="100000"/>
              </a:lnSpc>
              <a:spcBef>
                <a:spcPts val="0"/>
              </a:spcBef>
              <a:spcAft>
                <a:spcPts val="0"/>
              </a:spcAft>
              <a:buSzPts val="6700"/>
              <a:buNone/>
              <a:defRPr sz="6700"/>
            </a:lvl4pPr>
            <a:lvl5pPr lvl="4" algn="ctr">
              <a:lnSpc>
                <a:spcPct val="100000"/>
              </a:lnSpc>
              <a:spcBef>
                <a:spcPts val="0"/>
              </a:spcBef>
              <a:spcAft>
                <a:spcPts val="0"/>
              </a:spcAft>
              <a:buSzPts val="6700"/>
              <a:buNone/>
              <a:defRPr sz="6700"/>
            </a:lvl5pPr>
            <a:lvl6pPr lvl="5" algn="ctr">
              <a:lnSpc>
                <a:spcPct val="100000"/>
              </a:lnSpc>
              <a:spcBef>
                <a:spcPts val="0"/>
              </a:spcBef>
              <a:spcAft>
                <a:spcPts val="0"/>
              </a:spcAft>
              <a:buSzPts val="6700"/>
              <a:buNone/>
              <a:defRPr sz="6700"/>
            </a:lvl6pPr>
            <a:lvl7pPr lvl="6" algn="ctr">
              <a:lnSpc>
                <a:spcPct val="100000"/>
              </a:lnSpc>
              <a:spcBef>
                <a:spcPts val="0"/>
              </a:spcBef>
              <a:spcAft>
                <a:spcPts val="0"/>
              </a:spcAft>
              <a:buSzPts val="6700"/>
              <a:buNone/>
              <a:defRPr sz="6700"/>
            </a:lvl7pPr>
            <a:lvl8pPr lvl="7" algn="ctr">
              <a:lnSpc>
                <a:spcPct val="100000"/>
              </a:lnSpc>
              <a:spcBef>
                <a:spcPts val="0"/>
              </a:spcBef>
              <a:spcAft>
                <a:spcPts val="0"/>
              </a:spcAft>
              <a:buSzPts val="6700"/>
              <a:buNone/>
              <a:defRPr sz="6700"/>
            </a:lvl8pPr>
            <a:lvl9pPr lvl="8" algn="ctr">
              <a:lnSpc>
                <a:spcPct val="100000"/>
              </a:lnSpc>
              <a:spcBef>
                <a:spcPts val="0"/>
              </a:spcBef>
              <a:spcAft>
                <a:spcPts val="0"/>
              </a:spcAft>
              <a:buSzPts val="6700"/>
              <a:buNone/>
              <a:defRPr sz="6700"/>
            </a:lvl9pPr>
          </a:lstStyle>
          <a:p>
            <a:endParaRPr/>
          </a:p>
        </p:txBody>
      </p:sp>
      <p:sp>
        <p:nvSpPr>
          <p:cNvPr id="39" name="Google Shape;39;p9"/>
          <p:cNvSpPr txBox="1">
            <a:spLocks noGrp="1"/>
          </p:cNvSpPr>
          <p:nvPr>
            <p:ph type="body" idx="2"/>
          </p:nvPr>
        </p:nvSpPr>
        <p:spPr>
          <a:xfrm>
            <a:off x="15806400" y="2317040"/>
            <a:ext cx="12278400" cy="11824200"/>
          </a:xfrm>
          <a:prstGeom prst="rect">
            <a:avLst/>
          </a:prstGeom>
        </p:spPr>
        <p:txBody>
          <a:bodyPr spcFirstLastPara="1" wrap="square" lIns="292550" tIns="292550" rIns="292550" bIns="292550" anchor="ctr" anchorCtr="0">
            <a:normAutofit/>
          </a:bodyPr>
          <a:lstStyle>
            <a:lvl1pPr marL="457200" lvl="0" indent="-596900">
              <a:spcBef>
                <a:spcPts val="0"/>
              </a:spcBef>
              <a:spcAft>
                <a:spcPts val="0"/>
              </a:spcAft>
              <a:buSzPts val="5800"/>
              <a:buChar char="●"/>
              <a:defRPr/>
            </a:lvl1pPr>
            <a:lvl2pPr marL="914400" lvl="1" indent="-514350">
              <a:spcBef>
                <a:spcPts val="0"/>
              </a:spcBef>
              <a:spcAft>
                <a:spcPts val="0"/>
              </a:spcAft>
              <a:buSzPts val="4500"/>
              <a:buChar char="○"/>
              <a:defRPr/>
            </a:lvl2pPr>
            <a:lvl3pPr marL="1371600" lvl="2" indent="-514350">
              <a:spcBef>
                <a:spcPts val="0"/>
              </a:spcBef>
              <a:spcAft>
                <a:spcPts val="0"/>
              </a:spcAft>
              <a:buSzPts val="4500"/>
              <a:buChar char="■"/>
              <a:defRPr/>
            </a:lvl3pPr>
            <a:lvl4pPr marL="1828800" lvl="3" indent="-514350">
              <a:spcBef>
                <a:spcPts val="0"/>
              </a:spcBef>
              <a:spcAft>
                <a:spcPts val="0"/>
              </a:spcAft>
              <a:buSzPts val="4500"/>
              <a:buChar char="●"/>
              <a:defRPr/>
            </a:lvl4pPr>
            <a:lvl5pPr marL="2286000" lvl="4" indent="-514350">
              <a:spcBef>
                <a:spcPts val="0"/>
              </a:spcBef>
              <a:spcAft>
                <a:spcPts val="0"/>
              </a:spcAft>
              <a:buSzPts val="4500"/>
              <a:buChar char="○"/>
              <a:defRPr/>
            </a:lvl5pPr>
            <a:lvl6pPr marL="2743200" lvl="5" indent="-514350">
              <a:spcBef>
                <a:spcPts val="0"/>
              </a:spcBef>
              <a:spcAft>
                <a:spcPts val="0"/>
              </a:spcAft>
              <a:buSzPts val="4500"/>
              <a:buChar char="■"/>
              <a:defRPr/>
            </a:lvl6pPr>
            <a:lvl7pPr marL="3200400" lvl="6" indent="-514350">
              <a:spcBef>
                <a:spcPts val="0"/>
              </a:spcBef>
              <a:spcAft>
                <a:spcPts val="0"/>
              </a:spcAft>
              <a:buSzPts val="4500"/>
              <a:buChar char="●"/>
              <a:defRPr/>
            </a:lvl7pPr>
            <a:lvl8pPr marL="3657600" lvl="7" indent="-514350">
              <a:spcBef>
                <a:spcPts val="0"/>
              </a:spcBef>
              <a:spcAft>
                <a:spcPts val="0"/>
              </a:spcAft>
              <a:buSzPts val="4500"/>
              <a:buChar char="○"/>
              <a:defRPr/>
            </a:lvl8pPr>
            <a:lvl9pPr marL="4114800" lvl="8" indent="-514350">
              <a:spcBef>
                <a:spcPts val="0"/>
              </a:spcBef>
              <a:spcAft>
                <a:spcPts val="0"/>
              </a:spcAft>
              <a:buSzPts val="4500"/>
              <a:buChar char="■"/>
              <a:defRPr/>
            </a:lvl9pPr>
          </a:lstStyle>
          <a:p>
            <a:endParaRPr/>
          </a:p>
        </p:txBody>
      </p:sp>
      <p:sp>
        <p:nvSpPr>
          <p:cNvPr id="40" name="Google Shape;40;p9"/>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997440" y="13537840"/>
            <a:ext cx="19196100" cy="1936200"/>
          </a:xfrm>
          <a:prstGeom prst="rect">
            <a:avLst/>
          </a:prstGeom>
        </p:spPr>
        <p:txBody>
          <a:bodyPr spcFirstLastPara="1" wrap="square" lIns="292550" tIns="292550" rIns="292550" bIns="292550" anchor="ctr" anchorCtr="0">
            <a:normAutofit/>
          </a:bodyPr>
          <a:lstStyle>
            <a:lvl1pPr marL="457200" lvl="0" indent="-228600">
              <a:lnSpc>
                <a:spcPct val="100000"/>
              </a:lnSpc>
              <a:spcBef>
                <a:spcPts val="0"/>
              </a:spcBef>
              <a:spcAft>
                <a:spcPts val="0"/>
              </a:spcAft>
              <a:buSzPts val="5800"/>
              <a:buNone/>
              <a:defRPr/>
            </a:lvl1pPr>
          </a:lstStyle>
          <a:p>
            <a:endParaRPr/>
          </a:p>
        </p:txBody>
      </p:sp>
      <p:sp>
        <p:nvSpPr>
          <p:cNvPr id="43" name="Google Shape;43;p10"/>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997440" y="3539600"/>
            <a:ext cx="27265800" cy="6283200"/>
          </a:xfrm>
          <a:prstGeom prst="rect">
            <a:avLst/>
          </a:prstGeom>
        </p:spPr>
        <p:txBody>
          <a:bodyPr spcFirstLastPara="1" wrap="square" lIns="292550" tIns="292550" rIns="292550" bIns="292550" anchor="b" anchorCtr="0">
            <a:normAutofit/>
          </a:bodyPr>
          <a:lstStyle>
            <a:lvl1pPr lvl="0" algn="ctr">
              <a:spcBef>
                <a:spcPts val="0"/>
              </a:spcBef>
              <a:spcAft>
                <a:spcPts val="0"/>
              </a:spcAft>
              <a:buSzPts val="38400"/>
              <a:buNone/>
              <a:defRPr sz="38400"/>
            </a:lvl1pPr>
            <a:lvl2pPr lvl="1" algn="ctr">
              <a:spcBef>
                <a:spcPts val="0"/>
              </a:spcBef>
              <a:spcAft>
                <a:spcPts val="0"/>
              </a:spcAft>
              <a:buSzPts val="38400"/>
              <a:buNone/>
              <a:defRPr sz="38400"/>
            </a:lvl2pPr>
            <a:lvl3pPr lvl="2" algn="ctr">
              <a:spcBef>
                <a:spcPts val="0"/>
              </a:spcBef>
              <a:spcAft>
                <a:spcPts val="0"/>
              </a:spcAft>
              <a:buSzPts val="38400"/>
              <a:buNone/>
              <a:defRPr sz="38400"/>
            </a:lvl3pPr>
            <a:lvl4pPr lvl="3" algn="ctr">
              <a:spcBef>
                <a:spcPts val="0"/>
              </a:spcBef>
              <a:spcAft>
                <a:spcPts val="0"/>
              </a:spcAft>
              <a:buSzPts val="38400"/>
              <a:buNone/>
              <a:defRPr sz="38400"/>
            </a:lvl4pPr>
            <a:lvl5pPr lvl="4" algn="ctr">
              <a:spcBef>
                <a:spcPts val="0"/>
              </a:spcBef>
              <a:spcAft>
                <a:spcPts val="0"/>
              </a:spcAft>
              <a:buSzPts val="38400"/>
              <a:buNone/>
              <a:defRPr sz="38400"/>
            </a:lvl5pPr>
            <a:lvl6pPr lvl="5" algn="ctr">
              <a:spcBef>
                <a:spcPts val="0"/>
              </a:spcBef>
              <a:spcAft>
                <a:spcPts val="0"/>
              </a:spcAft>
              <a:buSzPts val="38400"/>
              <a:buNone/>
              <a:defRPr sz="38400"/>
            </a:lvl6pPr>
            <a:lvl7pPr lvl="6" algn="ctr">
              <a:spcBef>
                <a:spcPts val="0"/>
              </a:spcBef>
              <a:spcAft>
                <a:spcPts val="0"/>
              </a:spcAft>
              <a:buSzPts val="38400"/>
              <a:buNone/>
              <a:defRPr sz="38400"/>
            </a:lvl7pPr>
            <a:lvl8pPr lvl="7" algn="ctr">
              <a:spcBef>
                <a:spcPts val="0"/>
              </a:spcBef>
              <a:spcAft>
                <a:spcPts val="0"/>
              </a:spcAft>
              <a:buSzPts val="38400"/>
              <a:buNone/>
              <a:defRPr sz="38400"/>
            </a:lvl8pPr>
            <a:lvl9pPr lvl="8" algn="ctr">
              <a:spcBef>
                <a:spcPts val="0"/>
              </a:spcBef>
              <a:spcAft>
                <a:spcPts val="0"/>
              </a:spcAft>
              <a:buSzPts val="38400"/>
              <a:buNone/>
              <a:defRPr sz="38400"/>
            </a:lvl9pPr>
          </a:lstStyle>
          <a:p>
            <a:r>
              <a:t>xx%</a:t>
            </a:r>
          </a:p>
        </p:txBody>
      </p:sp>
      <p:sp>
        <p:nvSpPr>
          <p:cNvPr id="46" name="Google Shape;46;p11"/>
          <p:cNvSpPr txBox="1">
            <a:spLocks noGrp="1"/>
          </p:cNvSpPr>
          <p:nvPr>
            <p:ph type="body" idx="1"/>
          </p:nvPr>
        </p:nvSpPr>
        <p:spPr>
          <a:xfrm>
            <a:off x="997440" y="10087120"/>
            <a:ext cx="27265800" cy="4162500"/>
          </a:xfrm>
          <a:prstGeom prst="rect">
            <a:avLst/>
          </a:prstGeom>
        </p:spPr>
        <p:txBody>
          <a:bodyPr spcFirstLastPara="1" wrap="square" lIns="292550" tIns="292550" rIns="292550" bIns="292550" anchor="t" anchorCtr="0">
            <a:normAutofit/>
          </a:bodyPr>
          <a:lstStyle>
            <a:lvl1pPr marL="457200" lvl="0" indent="-596900" algn="ctr">
              <a:spcBef>
                <a:spcPts val="0"/>
              </a:spcBef>
              <a:spcAft>
                <a:spcPts val="0"/>
              </a:spcAft>
              <a:buSzPts val="5800"/>
              <a:buChar char="●"/>
              <a:defRPr/>
            </a:lvl1pPr>
            <a:lvl2pPr marL="914400" lvl="1" indent="-514350" algn="ctr">
              <a:spcBef>
                <a:spcPts val="0"/>
              </a:spcBef>
              <a:spcAft>
                <a:spcPts val="0"/>
              </a:spcAft>
              <a:buSzPts val="4500"/>
              <a:buChar char="○"/>
              <a:defRPr/>
            </a:lvl2pPr>
            <a:lvl3pPr marL="1371600" lvl="2" indent="-514350" algn="ctr">
              <a:spcBef>
                <a:spcPts val="0"/>
              </a:spcBef>
              <a:spcAft>
                <a:spcPts val="0"/>
              </a:spcAft>
              <a:buSzPts val="4500"/>
              <a:buChar char="■"/>
              <a:defRPr/>
            </a:lvl3pPr>
            <a:lvl4pPr marL="1828800" lvl="3" indent="-514350" algn="ctr">
              <a:spcBef>
                <a:spcPts val="0"/>
              </a:spcBef>
              <a:spcAft>
                <a:spcPts val="0"/>
              </a:spcAft>
              <a:buSzPts val="4500"/>
              <a:buChar char="●"/>
              <a:defRPr/>
            </a:lvl4pPr>
            <a:lvl5pPr marL="2286000" lvl="4" indent="-514350" algn="ctr">
              <a:spcBef>
                <a:spcPts val="0"/>
              </a:spcBef>
              <a:spcAft>
                <a:spcPts val="0"/>
              </a:spcAft>
              <a:buSzPts val="4500"/>
              <a:buChar char="○"/>
              <a:defRPr/>
            </a:lvl5pPr>
            <a:lvl6pPr marL="2743200" lvl="5" indent="-514350" algn="ctr">
              <a:spcBef>
                <a:spcPts val="0"/>
              </a:spcBef>
              <a:spcAft>
                <a:spcPts val="0"/>
              </a:spcAft>
              <a:buSzPts val="4500"/>
              <a:buChar char="■"/>
              <a:defRPr/>
            </a:lvl6pPr>
            <a:lvl7pPr marL="3200400" lvl="6" indent="-514350" algn="ctr">
              <a:spcBef>
                <a:spcPts val="0"/>
              </a:spcBef>
              <a:spcAft>
                <a:spcPts val="0"/>
              </a:spcAft>
              <a:buSzPts val="4500"/>
              <a:buChar char="●"/>
              <a:defRPr/>
            </a:lvl7pPr>
            <a:lvl8pPr marL="3657600" lvl="7" indent="-514350" algn="ctr">
              <a:spcBef>
                <a:spcPts val="0"/>
              </a:spcBef>
              <a:spcAft>
                <a:spcPts val="0"/>
              </a:spcAft>
              <a:buSzPts val="4500"/>
              <a:buChar char="○"/>
              <a:defRPr/>
            </a:lvl8pPr>
            <a:lvl9pPr marL="4114800" lvl="8" indent="-514350" algn="ctr">
              <a:spcBef>
                <a:spcPts val="0"/>
              </a:spcBef>
              <a:spcAft>
                <a:spcPts val="0"/>
              </a:spcAft>
              <a:buSzPts val="4500"/>
              <a:buChar char="■"/>
              <a:defRPr/>
            </a:lvl9pPr>
          </a:lstStyle>
          <a:p>
            <a:endParaRPr/>
          </a:p>
        </p:txBody>
      </p:sp>
      <p:sp>
        <p:nvSpPr>
          <p:cNvPr id="47" name="Google Shape;47;p11"/>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97440" y="1424080"/>
            <a:ext cx="27265800" cy="1832700"/>
          </a:xfrm>
          <a:prstGeom prst="rect">
            <a:avLst/>
          </a:prstGeom>
          <a:noFill/>
          <a:ln>
            <a:noFill/>
          </a:ln>
        </p:spPr>
        <p:txBody>
          <a:bodyPr spcFirstLastPara="1" wrap="square" lIns="292550" tIns="292550" rIns="292550" bIns="292550" anchor="t" anchorCtr="0">
            <a:normAutofit/>
          </a:bodyPr>
          <a:lstStyle>
            <a:lvl1pPr lvl="0">
              <a:spcBef>
                <a:spcPts val="0"/>
              </a:spcBef>
              <a:spcAft>
                <a:spcPts val="0"/>
              </a:spcAft>
              <a:buClr>
                <a:schemeClr val="dk1"/>
              </a:buClr>
              <a:buSzPts val="9000"/>
              <a:buNone/>
              <a:defRPr sz="9000">
                <a:solidFill>
                  <a:schemeClr val="dk1"/>
                </a:solidFill>
              </a:defRPr>
            </a:lvl1pPr>
            <a:lvl2pPr lvl="1">
              <a:spcBef>
                <a:spcPts val="0"/>
              </a:spcBef>
              <a:spcAft>
                <a:spcPts val="0"/>
              </a:spcAft>
              <a:buClr>
                <a:schemeClr val="dk1"/>
              </a:buClr>
              <a:buSzPts val="9000"/>
              <a:buNone/>
              <a:defRPr sz="9000">
                <a:solidFill>
                  <a:schemeClr val="dk1"/>
                </a:solidFill>
              </a:defRPr>
            </a:lvl2pPr>
            <a:lvl3pPr lvl="2">
              <a:spcBef>
                <a:spcPts val="0"/>
              </a:spcBef>
              <a:spcAft>
                <a:spcPts val="0"/>
              </a:spcAft>
              <a:buClr>
                <a:schemeClr val="dk1"/>
              </a:buClr>
              <a:buSzPts val="9000"/>
              <a:buNone/>
              <a:defRPr sz="9000">
                <a:solidFill>
                  <a:schemeClr val="dk1"/>
                </a:solidFill>
              </a:defRPr>
            </a:lvl3pPr>
            <a:lvl4pPr lvl="3">
              <a:spcBef>
                <a:spcPts val="0"/>
              </a:spcBef>
              <a:spcAft>
                <a:spcPts val="0"/>
              </a:spcAft>
              <a:buClr>
                <a:schemeClr val="dk1"/>
              </a:buClr>
              <a:buSzPts val="9000"/>
              <a:buNone/>
              <a:defRPr sz="9000">
                <a:solidFill>
                  <a:schemeClr val="dk1"/>
                </a:solidFill>
              </a:defRPr>
            </a:lvl4pPr>
            <a:lvl5pPr lvl="4">
              <a:spcBef>
                <a:spcPts val="0"/>
              </a:spcBef>
              <a:spcAft>
                <a:spcPts val="0"/>
              </a:spcAft>
              <a:buClr>
                <a:schemeClr val="dk1"/>
              </a:buClr>
              <a:buSzPts val="9000"/>
              <a:buNone/>
              <a:defRPr sz="9000">
                <a:solidFill>
                  <a:schemeClr val="dk1"/>
                </a:solidFill>
              </a:defRPr>
            </a:lvl5pPr>
            <a:lvl6pPr lvl="5">
              <a:spcBef>
                <a:spcPts val="0"/>
              </a:spcBef>
              <a:spcAft>
                <a:spcPts val="0"/>
              </a:spcAft>
              <a:buClr>
                <a:schemeClr val="dk1"/>
              </a:buClr>
              <a:buSzPts val="9000"/>
              <a:buNone/>
              <a:defRPr sz="9000">
                <a:solidFill>
                  <a:schemeClr val="dk1"/>
                </a:solidFill>
              </a:defRPr>
            </a:lvl6pPr>
            <a:lvl7pPr lvl="6">
              <a:spcBef>
                <a:spcPts val="0"/>
              </a:spcBef>
              <a:spcAft>
                <a:spcPts val="0"/>
              </a:spcAft>
              <a:buClr>
                <a:schemeClr val="dk1"/>
              </a:buClr>
              <a:buSzPts val="9000"/>
              <a:buNone/>
              <a:defRPr sz="9000">
                <a:solidFill>
                  <a:schemeClr val="dk1"/>
                </a:solidFill>
              </a:defRPr>
            </a:lvl7pPr>
            <a:lvl8pPr lvl="7">
              <a:spcBef>
                <a:spcPts val="0"/>
              </a:spcBef>
              <a:spcAft>
                <a:spcPts val="0"/>
              </a:spcAft>
              <a:buClr>
                <a:schemeClr val="dk1"/>
              </a:buClr>
              <a:buSzPts val="9000"/>
              <a:buNone/>
              <a:defRPr sz="9000">
                <a:solidFill>
                  <a:schemeClr val="dk1"/>
                </a:solidFill>
              </a:defRPr>
            </a:lvl8pPr>
            <a:lvl9pPr lvl="8">
              <a:spcBef>
                <a:spcPts val="0"/>
              </a:spcBef>
              <a:spcAft>
                <a:spcPts val="0"/>
              </a:spcAft>
              <a:buClr>
                <a:schemeClr val="dk1"/>
              </a:buClr>
              <a:buSzPts val="9000"/>
              <a:buNone/>
              <a:defRPr sz="9000">
                <a:solidFill>
                  <a:schemeClr val="dk1"/>
                </a:solidFill>
              </a:defRPr>
            </a:lvl9pPr>
          </a:lstStyle>
          <a:p>
            <a:endParaRPr/>
          </a:p>
        </p:txBody>
      </p:sp>
      <p:sp>
        <p:nvSpPr>
          <p:cNvPr id="7" name="Google Shape;7;p1"/>
          <p:cNvSpPr txBox="1">
            <a:spLocks noGrp="1"/>
          </p:cNvSpPr>
          <p:nvPr>
            <p:ph type="body" idx="1"/>
          </p:nvPr>
        </p:nvSpPr>
        <p:spPr>
          <a:xfrm>
            <a:off x="997440" y="3687920"/>
            <a:ext cx="27265800" cy="10932600"/>
          </a:xfrm>
          <a:prstGeom prst="rect">
            <a:avLst/>
          </a:prstGeom>
          <a:noFill/>
          <a:ln>
            <a:noFill/>
          </a:ln>
        </p:spPr>
        <p:txBody>
          <a:bodyPr spcFirstLastPara="1" wrap="square" lIns="292550" tIns="292550" rIns="292550" bIns="292550" anchor="t" anchorCtr="0">
            <a:normAutofit/>
          </a:bodyPr>
          <a:lstStyle>
            <a:lvl1pPr marL="457200" lvl="0" indent="-596900">
              <a:lnSpc>
                <a:spcPct val="115000"/>
              </a:lnSpc>
              <a:spcBef>
                <a:spcPts val="0"/>
              </a:spcBef>
              <a:spcAft>
                <a:spcPts val="0"/>
              </a:spcAft>
              <a:buClr>
                <a:schemeClr val="dk2"/>
              </a:buClr>
              <a:buSzPts val="5800"/>
              <a:buChar char="●"/>
              <a:defRPr sz="5800">
                <a:solidFill>
                  <a:schemeClr val="dk2"/>
                </a:solidFill>
              </a:defRPr>
            </a:lvl1pPr>
            <a:lvl2pPr marL="914400" lvl="1" indent="-514350">
              <a:lnSpc>
                <a:spcPct val="115000"/>
              </a:lnSpc>
              <a:spcBef>
                <a:spcPts val="0"/>
              </a:spcBef>
              <a:spcAft>
                <a:spcPts val="0"/>
              </a:spcAft>
              <a:buClr>
                <a:schemeClr val="dk2"/>
              </a:buClr>
              <a:buSzPts val="4500"/>
              <a:buChar char="○"/>
              <a:defRPr sz="4500">
                <a:solidFill>
                  <a:schemeClr val="dk2"/>
                </a:solidFill>
              </a:defRPr>
            </a:lvl2pPr>
            <a:lvl3pPr marL="1371600" lvl="2" indent="-514350">
              <a:lnSpc>
                <a:spcPct val="115000"/>
              </a:lnSpc>
              <a:spcBef>
                <a:spcPts val="0"/>
              </a:spcBef>
              <a:spcAft>
                <a:spcPts val="0"/>
              </a:spcAft>
              <a:buClr>
                <a:schemeClr val="dk2"/>
              </a:buClr>
              <a:buSzPts val="4500"/>
              <a:buChar char="■"/>
              <a:defRPr sz="4500">
                <a:solidFill>
                  <a:schemeClr val="dk2"/>
                </a:solidFill>
              </a:defRPr>
            </a:lvl3pPr>
            <a:lvl4pPr marL="1828800" lvl="3" indent="-514350">
              <a:lnSpc>
                <a:spcPct val="115000"/>
              </a:lnSpc>
              <a:spcBef>
                <a:spcPts val="0"/>
              </a:spcBef>
              <a:spcAft>
                <a:spcPts val="0"/>
              </a:spcAft>
              <a:buClr>
                <a:schemeClr val="dk2"/>
              </a:buClr>
              <a:buSzPts val="4500"/>
              <a:buChar char="●"/>
              <a:defRPr sz="4500">
                <a:solidFill>
                  <a:schemeClr val="dk2"/>
                </a:solidFill>
              </a:defRPr>
            </a:lvl4pPr>
            <a:lvl5pPr marL="2286000" lvl="4" indent="-514350">
              <a:lnSpc>
                <a:spcPct val="115000"/>
              </a:lnSpc>
              <a:spcBef>
                <a:spcPts val="0"/>
              </a:spcBef>
              <a:spcAft>
                <a:spcPts val="0"/>
              </a:spcAft>
              <a:buClr>
                <a:schemeClr val="dk2"/>
              </a:buClr>
              <a:buSzPts val="4500"/>
              <a:buChar char="○"/>
              <a:defRPr sz="4500">
                <a:solidFill>
                  <a:schemeClr val="dk2"/>
                </a:solidFill>
              </a:defRPr>
            </a:lvl5pPr>
            <a:lvl6pPr marL="2743200" lvl="5" indent="-514350">
              <a:lnSpc>
                <a:spcPct val="115000"/>
              </a:lnSpc>
              <a:spcBef>
                <a:spcPts val="0"/>
              </a:spcBef>
              <a:spcAft>
                <a:spcPts val="0"/>
              </a:spcAft>
              <a:buClr>
                <a:schemeClr val="dk2"/>
              </a:buClr>
              <a:buSzPts val="4500"/>
              <a:buChar char="■"/>
              <a:defRPr sz="4500">
                <a:solidFill>
                  <a:schemeClr val="dk2"/>
                </a:solidFill>
              </a:defRPr>
            </a:lvl6pPr>
            <a:lvl7pPr marL="3200400" lvl="6" indent="-514350">
              <a:lnSpc>
                <a:spcPct val="115000"/>
              </a:lnSpc>
              <a:spcBef>
                <a:spcPts val="0"/>
              </a:spcBef>
              <a:spcAft>
                <a:spcPts val="0"/>
              </a:spcAft>
              <a:buClr>
                <a:schemeClr val="dk2"/>
              </a:buClr>
              <a:buSzPts val="4500"/>
              <a:buChar char="●"/>
              <a:defRPr sz="4500">
                <a:solidFill>
                  <a:schemeClr val="dk2"/>
                </a:solidFill>
              </a:defRPr>
            </a:lvl7pPr>
            <a:lvl8pPr marL="3657600" lvl="7" indent="-514350">
              <a:lnSpc>
                <a:spcPct val="115000"/>
              </a:lnSpc>
              <a:spcBef>
                <a:spcPts val="0"/>
              </a:spcBef>
              <a:spcAft>
                <a:spcPts val="0"/>
              </a:spcAft>
              <a:buClr>
                <a:schemeClr val="dk2"/>
              </a:buClr>
              <a:buSzPts val="4500"/>
              <a:buChar char="○"/>
              <a:defRPr sz="4500">
                <a:solidFill>
                  <a:schemeClr val="dk2"/>
                </a:solidFill>
              </a:defRPr>
            </a:lvl8pPr>
            <a:lvl9pPr marL="4114800" lvl="8" indent="-514350">
              <a:lnSpc>
                <a:spcPct val="115000"/>
              </a:lnSpc>
              <a:spcBef>
                <a:spcPts val="0"/>
              </a:spcBef>
              <a:spcAft>
                <a:spcPts val="0"/>
              </a:spcAft>
              <a:buClr>
                <a:schemeClr val="dk2"/>
              </a:buClr>
              <a:buSzPts val="4500"/>
              <a:buChar char="■"/>
              <a:defRPr sz="4500">
                <a:solidFill>
                  <a:schemeClr val="dk2"/>
                </a:solidFill>
              </a:defRPr>
            </a:lvl9pPr>
          </a:lstStyle>
          <a:p>
            <a:endParaRPr/>
          </a:p>
        </p:txBody>
      </p:sp>
      <p:sp>
        <p:nvSpPr>
          <p:cNvPr id="8" name="Google Shape;8;p1"/>
          <p:cNvSpPr txBox="1">
            <a:spLocks noGrp="1"/>
          </p:cNvSpPr>
          <p:nvPr>
            <p:ph type="sldNum" idx="12"/>
          </p:nvPr>
        </p:nvSpPr>
        <p:spPr>
          <a:xfrm>
            <a:off x="27111865" y="14922294"/>
            <a:ext cx="1755900" cy="1259400"/>
          </a:xfrm>
          <a:prstGeom prst="rect">
            <a:avLst/>
          </a:prstGeom>
          <a:noFill/>
          <a:ln>
            <a:noFill/>
          </a:ln>
        </p:spPr>
        <p:txBody>
          <a:bodyPr spcFirstLastPara="1" wrap="square" lIns="292550" tIns="292550" rIns="292550" bIns="292550" anchor="ctr" anchorCtr="0">
            <a:normAutofit/>
          </a:bodyPr>
          <a:lstStyle>
            <a:lvl1pPr lvl="0" algn="r">
              <a:buNone/>
              <a:defRPr sz="3200">
                <a:solidFill>
                  <a:schemeClr val="dk2"/>
                </a:solidFill>
              </a:defRPr>
            </a:lvl1pPr>
            <a:lvl2pPr lvl="1" algn="r">
              <a:buNone/>
              <a:defRPr sz="3200">
                <a:solidFill>
                  <a:schemeClr val="dk2"/>
                </a:solidFill>
              </a:defRPr>
            </a:lvl2pPr>
            <a:lvl3pPr lvl="2" algn="r">
              <a:buNone/>
              <a:defRPr sz="3200">
                <a:solidFill>
                  <a:schemeClr val="dk2"/>
                </a:solidFill>
              </a:defRPr>
            </a:lvl3pPr>
            <a:lvl4pPr lvl="3" algn="r">
              <a:buNone/>
              <a:defRPr sz="3200">
                <a:solidFill>
                  <a:schemeClr val="dk2"/>
                </a:solidFill>
              </a:defRPr>
            </a:lvl4pPr>
            <a:lvl5pPr lvl="4" algn="r">
              <a:buNone/>
              <a:defRPr sz="3200">
                <a:solidFill>
                  <a:schemeClr val="dk2"/>
                </a:solidFill>
              </a:defRPr>
            </a:lvl5pPr>
            <a:lvl6pPr lvl="5" algn="r">
              <a:buNone/>
              <a:defRPr sz="3200">
                <a:solidFill>
                  <a:schemeClr val="dk2"/>
                </a:solidFill>
              </a:defRPr>
            </a:lvl6pPr>
            <a:lvl7pPr lvl="6" algn="r">
              <a:buNone/>
              <a:defRPr sz="3200">
                <a:solidFill>
                  <a:schemeClr val="dk2"/>
                </a:solidFill>
              </a:defRPr>
            </a:lvl7pPr>
            <a:lvl8pPr lvl="7" algn="r">
              <a:buNone/>
              <a:defRPr sz="3200">
                <a:solidFill>
                  <a:schemeClr val="dk2"/>
                </a:solidFill>
              </a:defRPr>
            </a:lvl8pPr>
            <a:lvl9pPr lvl="8" algn="r">
              <a:buNone/>
              <a:defRPr sz="32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21" name="Google Shape;54;p13">
            <a:extLst>
              <a:ext uri="{FF2B5EF4-FFF2-40B4-BE49-F238E27FC236}">
                <a16:creationId xmlns:a16="http://schemas.microsoft.com/office/drawing/2014/main" id="{EA3134A0-2C55-1C4D-A5AC-EBF8AAF02B5B}"/>
              </a:ext>
            </a:extLst>
          </p:cNvPr>
          <p:cNvSpPr/>
          <p:nvPr/>
        </p:nvSpPr>
        <p:spPr>
          <a:xfrm>
            <a:off x="457200" y="457200"/>
            <a:ext cx="28346400" cy="2286000"/>
          </a:xfrm>
          <a:prstGeom prst="roundRect">
            <a:avLst>
              <a:gd name="adj" fmla="val 6500"/>
            </a:avLst>
          </a:prstGeom>
          <a:solidFill>
            <a:srgbClr val="E6E6E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5;p13">
            <a:extLst>
              <a:ext uri="{FF2B5EF4-FFF2-40B4-BE49-F238E27FC236}">
                <a16:creationId xmlns:a16="http://schemas.microsoft.com/office/drawing/2014/main" id="{54FCC594-E7E8-4645-B6C6-12C32AB2123A}"/>
              </a:ext>
            </a:extLst>
          </p:cNvPr>
          <p:cNvSpPr txBox="1"/>
          <p:nvPr/>
        </p:nvSpPr>
        <p:spPr>
          <a:xfrm>
            <a:off x="3749250" y="665800"/>
            <a:ext cx="21762300" cy="1108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6000" dirty="0">
                <a:latin typeface="Outfit SemiBold"/>
                <a:ea typeface="Outfit SemiBold"/>
                <a:cs typeface="Outfit SemiBold"/>
                <a:sym typeface="Outfit SemiBold"/>
              </a:rPr>
              <a:t>KDSC Poster Template</a:t>
            </a:r>
            <a:endParaRPr sz="6000" dirty="0">
              <a:latin typeface="Outfit SemiBold"/>
              <a:ea typeface="Outfit SemiBold"/>
              <a:cs typeface="Outfit SemiBold"/>
              <a:sym typeface="Outfit SemiBold"/>
            </a:endParaRPr>
          </a:p>
        </p:txBody>
      </p:sp>
      <p:pic>
        <p:nvPicPr>
          <p:cNvPr id="23" name="Google Shape;56;p13">
            <a:extLst>
              <a:ext uri="{FF2B5EF4-FFF2-40B4-BE49-F238E27FC236}">
                <a16:creationId xmlns:a16="http://schemas.microsoft.com/office/drawing/2014/main" id="{EAEFB590-F580-5C4B-A4F4-C41BF1D1F34A}"/>
              </a:ext>
            </a:extLst>
          </p:cNvPr>
          <p:cNvPicPr preferRelativeResize="0"/>
          <p:nvPr/>
        </p:nvPicPr>
        <p:blipFill>
          <a:blip r:embed="rId3">
            <a:alphaModFix/>
          </a:blip>
          <a:stretch>
            <a:fillRect/>
          </a:stretch>
        </p:blipFill>
        <p:spPr>
          <a:xfrm>
            <a:off x="1189600" y="1079700"/>
            <a:ext cx="3360525" cy="1277225"/>
          </a:xfrm>
          <a:prstGeom prst="rect">
            <a:avLst/>
          </a:prstGeom>
          <a:noFill/>
          <a:ln>
            <a:noFill/>
          </a:ln>
        </p:spPr>
      </p:pic>
      <p:pic>
        <p:nvPicPr>
          <p:cNvPr id="24" name="Google Shape;57;p13">
            <a:extLst>
              <a:ext uri="{FF2B5EF4-FFF2-40B4-BE49-F238E27FC236}">
                <a16:creationId xmlns:a16="http://schemas.microsoft.com/office/drawing/2014/main" id="{4AC58351-7F5F-4743-9DAC-3888773CF29D}"/>
              </a:ext>
            </a:extLst>
          </p:cNvPr>
          <p:cNvPicPr preferRelativeResize="0"/>
          <p:nvPr/>
        </p:nvPicPr>
        <p:blipFill>
          <a:blip r:embed="rId4">
            <a:alphaModFix/>
          </a:blip>
          <a:stretch>
            <a:fillRect/>
          </a:stretch>
        </p:blipFill>
        <p:spPr>
          <a:xfrm>
            <a:off x="23762550" y="546300"/>
            <a:ext cx="4613448" cy="2031899"/>
          </a:xfrm>
          <a:prstGeom prst="rect">
            <a:avLst/>
          </a:prstGeom>
          <a:noFill/>
          <a:ln>
            <a:noFill/>
          </a:ln>
        </p:spPr>
      </p:pic>
      <p:sp>
        <p:nvSpPr>
          <p:cNvPr id="25" name="Google Shape;58;p13">
            <a:extLst>
              <a:ext uri="{FF2B5EF4-FFF2-40B4-BE49-F238E27FC236}">
                <a16:creationId xmlns:a16="http://schemas.microsoft.com/office/drawing/2014/main" id="{E2121DD2-E8D0-094C-9B74-0C999677593A}"/>
              </a:ext>
            </a:extLst>
          </p:cNvPr>
          <p:cNvSpPr txBox="1"/>
          <p:nvPr/>
        </p:nvSpPr>
        <p:spPr>
          <a:xfrm>
            <a:off x="3609140" y="1699688"/>
            <a:ext cx="21762300" cy="954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5000" dirty="0">
                <a:latin typeface="Outfit"/>
                <a:ea typeface="Outfit"/>
                <a:cs typeface="Outfit"/>
                <a:sym typeface="Outfit"/>
              </a:rPr>
              <a:t>Author(s), University </a:t>
            </a:r>
            <a:endParaRPr sz="5000" dirty="0">
              <a:latin typeface="Outfit"/>
              <a:ea typeface="Outfit"/>
              <a:cs typeface="Outfit"/>
              <a:sym typeface="Outfit"/>
            </a:endParaRPr>
          </a:p>
        </p:txBody>
      </p:sp>
      <p:sp>
        <p:nvSpPr>
          <p:cNvPr id="26" name="Google Shape;59;p13">
            <a:extLst>
              <a:ext uri="{FF2B5EF4-FFF2-40B4-BE49-F238E27FC236}">
                <a16:creationId xmlns:a16="http://schemas.microsoft.com/office/drawing/2014/main" id="{C65EDBE2-D03B-C949-9555-415A02FD0F8B}"/>
              </a:ext>
            </a:extLst>
          </p:cNvPr>
          <p:cNvSpPr/>
          <p:nvPr/>
        </p:nvSpPr>
        <p:spPr>
          <a:xfrm>
            <a:off x="457200" y="3200400"/>
            <a:ext cx="9144000" cy="12801600"/>
          </a:xfrm>
          <a:prstGeom prst="roundRect">
            <a:avLst>
              <a:gd name="adj" fmla="val 1786"/>
            </a:avLst>
          </a:prstGeom>
          <a:solidFill>
            <a:srgbClr val="F6F6F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60;p13">
            <a:extLst>
              <a:ext uri="{FF2B5EF4-FFF2-40B4-BE49-F238E27FC236}">
                <a16:creationId xmlns:a16="http://schemas.microsoft.com/office/drawing/2014/main" id="{ED4057BF-E4FB-7B48-8E85-D225A0184ECB}"/>
              </a:ext>
            </a:extLst>
          </p:cNvPr>
          <p:cNvSpPr/>
          <p:nvPr/>
        </p:nvSpPr>
        <p:spPr>
          <a:xfrm>
            <a:off x="10058400" y="3200400"/>
            <a:ext cx="9144000" cy="12801600"/>
          </a:xfrm>
          <a:prstGeom prst="roundRect">
            <a:avLst>
              <a:gd name="adj" fmla="val 1786"/>
            </a:avLst>
          </a:prstGeom>
          <a:solidFill>
            <a:srgbClr val="F6F6F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61;p13">
            <a:extLst>
              <a:ext uri="{FF2B5EF4-FFF2-40B4-BE49-F238E27FC236}">
                <a16:creationId xmlns:a16="http://schemas.microsoft.com/office/drawing/2014/main" id="{68A2287C-2671-2A4D-B3EE-C6210730F3BD}"/>
              </a:ext>
            </a:extLst>
          </p:cNvPr>
          <p:cNvSpPr/>
          <p:nvPr/>
        </p:nvSpPr>
        <p:spPr>
          <a:xfrm>
            <a:off x="19659600" y="3200400"/>
            <a:ext cx="9144000" cy="12801600"/>
          </a:xfrm>
          <a:prstGeom prst="roundRect">
            <a:avLst>
              <a:gd name="adj" fmla="val 1786"/>
            </a:avLst>
          </a:prstGeom>
          <a:solidFill>
            <a:srgbClr val="F6F6F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62;p13">
            <a:extLst>
              <a:ext uri="{FF2B5EF4-FFF2-40B4-BE49-F238E27FC236}">
                <a16:creationId xmlns:a16="http://schemas.microsoft.com/office/drawing/2014/main" id="{C17F8401-972A-CD45-974A-14F0B3BFEBBC}"/>
              </a:ext>
            </a:extLst>
          </p:cNvPr>
          <p:cNvSpPr txBox="1"/>
          <p:nvPr/>
        </p:nvSpPr>
        <p:spPr>
          <a:xfrm>
            <a:off x="685800" y="4343400"/>
            <a:ext cx="8686800" cy="50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dirty="0">
                <a:latin typeface="Helvetica Neue"/>
                <a:ea typeface="Helvetica Neue"/>
                <a:cs typeface="Helvetica Neue"/>
                <a:sym typeface="Helvetica Neue"/>
              </a:rPr>
              <a:t>Intro should give a brief background for your project. You should mention the Community Partner that contributed the project. Explain what they hope to learn and how they plan to use the information from your analysis. Include background information on the industry or context for the project if necessary.</a:t>
            </a:r>
            <a:endParaRPr sz="3600" dirty="0">
              <a:latin typeface="Helvetica Neue"/>
              <a:ea typeface="Helvetica Neue"/>
              <a:cs typeface="Helvetica Neue"/>
              <a:sym typeface="Helvetica Neue"/>
            </a:endParaRPr>
          </a:p>
        </p:txBody>
      </p:sp>
      <p:sp>
        <p:nvSpPr>
          <p:cNvPr id="30" name="Google Shape;63;p13">
            <a:extLst>
              <a:ext uri="{FF2B5EF4-FFF2-40B4-BE49-F238E27FC236}">
                <a16:creationId xmlns:a16="http://schemas.microsoft.com/office/drawing/2014/main" id="{6F98B582-6F49-D44F-B0AA-1479CE172727}"/>
              </a:ext>
            </a:extLst>
          </p:cNvPr>
          <p:cNvSpPr txBox="1"/>
          <p:nvPr/>
        </p:nvSpPr>
        <p:spPr>
          <a:xfrm>
            <a:off x="685800" y="3429000"/>
            <a:ext cx="86868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800">
                <a:latin typeface="Outfit SemiBold"/>
                <a:ea typeface="Outfit SemiBold"/>
                <a:cs typeface="Outfit SemiBold"/>
                <a:sym typeface="Outfit SemiBold"/>
              </a:rPr>
              <a:t>Introduction</a:t>
            </a:r>
            <a:endParaRPr sz="4800">
              <a:latin typeface="Outfit SemiBold"/>
              <a:ea typeface="Outfit SemiBold"/>
              <a:cs typeface="Outfit SemiBold"/>
              <a:sym typeface="Outfit SemiBold"/>
            </a:endParaRPr>
          </a:p>
        </p:txBody>
      </p:sp>
      <p:sp>
        <p:nvSpPr>
          <p:cNvPr id="31" name="Google Shape;64;p13">
            <a:extLst>
              <a:ext uri="{FF2B5EF4-FFF2-40B4-BE49-F238E27FC236}">
                <a16:creationId xmlns:a16="http://schemas.microsoft.com/office/drawing/2014/main" id="{39F8841F-6E96-5248-8867-2133C259618C}"/>
              </a:ext>
            </a:extLst>
          </p:cNvPr>
          <p:cNvSpPr txBox="1"/>
          <p:nvPr/>
        </p:nvSpPr>
        <p:spPr>
          <a:xfrm>
            <a:off x="685800" y="9372600"/>
            <a:ext cx="86868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800">
                <a:latin typeface="Outfit SemiBold"/>
                <a:ea typeface="Outfit SemiBold"/>
                <a:cs typeface="Outfit SemiBold"/>
                <a:sym typeface="Outfit SemiBold"/>
              </a:rPr>
              <a:t>Data Source &amp; Preparation</a:t>
            </a:r>
            <a:endParaRPr sz="4800">
              <a:latin typeface="Outfit SemiBold"/>
              <a:ea typeface="Outfit SemiBold"/>
              <a:cs typeface="Outfit SemiBold"/>
              <a:sym typeface="Outfit SemiBold"/>
            </a:endParaRPr>
          </a:p>
        </p:txBody>
      </p:sp>
      <p:sp>
        <p:nvSpPr>
          <p:cNvPr id="33" name="Google Shape;65;p13">
            <a:extLst>
              <a:ext uri="{FF2B5EF4-FFF2-40B4-BE49-F238E27FC236}">
                <a16:creationId xmlns:a16="http://schemas.microsoft.com/office/drawing/2014/main" id="{D985F2FC-0555-A24F-AB3E-0091070E5243}"/>
              </a:ext>
            </a:extLst>
          </p:cNvPr>
          <p:cNvSpPr txBox="1"/>
          <p:nvPr/>
        </p:nvSpPr>
        <p:spPr>
          <a:xfrm>
            <a:off x="10287000" y="3429000"/>
            <a:ext cx="86868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800">
                <a:latin typeface="Outfit SemiBold"/>
                <a:ea typeface="Outfit SemiBold"/>
                <a:cs typeface="Outfit SemiBold"/>
                <a:sym typeface="Outfit SemiBold"/>
              </a:rPr>
              <a:t>Results</a:t>
            </a:r>
            <a:endParaRPr sz="4800">
              <a:latin typeface="Outfit SemiBold"/>
              <a:ea typeface="Outfit SemiBold"/>
              <a:cs typeface="Outfit SemiBold"/>
              <a:sym typeface="Outfit SemiBold"/>
            </a:endParaRPr>
          </a:p>
        </p:txBody>
      </p:sp>
      <p:sp>
        <p:nvSpPr>
          <p:cNvPr id="34" name="Google Shape;66;p13">
            <a:extLst>
              <a:ext uri="{FF2B5EF4-FFF2-40B4-BE49-F238E27FC236}">
                <a16:creationId xmlns:a16="http://schemas.microsoft.com/office/drawing/2014/main" id="{33C752E7-0DBA-5844-AC96-2362E4969FBE}"/>
              </a:ext>
            </a:extLst>
          </p:cNvPr>
          <p:cNvSpPr txBox="1"/>
          <p:nvPr/>
        </p:nvSpPr>
        <p:spPr>
          <a:xfrm>
            <a:off x="19888200" y="9829800"/>
            <a:ext cx="86868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800">
                <a:latin typeface="Outfit SemiBold"/>
                <a:ea typeface="Outfit SemiBold"/>
                <a:cs typeface="Outfit SemiBold"/>
                <a:sym typeface="Outfit SemiBold"/>
              </a:rPr>
              <a:t>Discussion</a:t>
            </a:r>
            <a:endParaRPr sz="4800">
              <a:latin typeface="Outfit SemiBold"/>
              <a:ea typeface="Outfit SemiBold"/>
              <a:cs typeface="Outfit SemiBold"/>
              <a:sym typeface="Outfit SemiBold"/>
            </a:endParaRPr>
          </a:p>
        </p:txBody>
      </p:sp>
      <p:sp>
        <p:nvSpPr>
          <p:cNvPr id="35" name="Google Shape;67;p13">
            <a:extLst>
              <a:ext uri="{FF2B5EF4-FFF2-40B4-BE49-F238E27FC236}">
                <a16:creationId xmlns:a16="http://schemas.microsoft.com/office/drawing/2014/main" id="{9D0AFD36-AA5D-5148-8F90-30D96CEEC1D5}"/>
              </a:ext>
            </a:extLst>
          </p:cNvPr>
          <p:cNvSpPr txBox="1"/>
          <p:nvPr/>
        </p:nvSpPr>
        <p:spPr>
          <a:xfrm>
            <a:off x="685800" y="10287000"/>
            <a:ext cx="8686800" cy="548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dirty="0">
                <a:latin typeface="Helvetica Neue"/>
                <a:ea typeface="Helvetica Neue"/>
                <a:cs typeface="Helvetica Neue"/>
                <a:sym typeface="Helvetica Neue"/>
              </a:rPr>
              <a:t>Describe where the data came from. Mention the Community Partner and, if possible, how they collected the data. If you used only a subset of the data, explain how/why you filtered the data to narrow your focus. Briefly describe your process for cleaning, combining, restructuring or transforming data, especially if this impacts your analysis.</a:t>
            </a:r>
            <a:endParaRPr sz="3600" dirty="0">
              <a:latin typeface="Helvetica Neue"/>
              <a:ea typeface="Helvetica Neue"/>
              <a:cs typeface="Helvetica Neue"/>
              <a:sym typeface="Helvetica Neue"/>
            </a:endParaRPr>
          </a:p>
        </p:txBody>
      </p:sp>
      <p:sp>
        <p:nvSpPr>
          <p:cNvPr id="36" name="Google Shape;68;p13">
            <a:extLst>
              <a:ext uri="{FF2B5EF4-FFF2-40B4-BE49-F238E27FC236}">
                <a16:creationId xmlns:a16="http://schemas.microsoft.com/office/drawing/2014/main" id="{9F056CDF-7B23-B24C-83CC-C864CCC75ACD}"/>
              </a:ext>
            </a:extLst>
          </p:cNvPr>
          <p:cNvSpPr txBox="1"/>
          <p:nvPr/>
        </p:nvSpPr>
        <p:spPr>
          <a:xfrm>
            <a:off x="19888200" y="10744200"/>
            <a:ext cx="8686800" cy="502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3600">
                <a:solidFill>
                  <a:schemeClr val="dk1"/>
                </a:solidFill>
                <a:latin typeface="Helvetica Neue"/>
                <a:ea typeface="Helvetica Neue"/>
                <a:cs typeface="Helvetica Neue"/>
                <a:sym typeface="Helvetica Neue"/>
              </a:rPr>
              <a:t>Summarize your findings and explain the applications and implications for the community partner. Explain what you learned from this experience. We know that these projects are still in progress. If there are gaps in your work that you hope to address before the end of the semester, mention those here.</a:t>
            </a:r>
            <a:endParaRPr sz="3600">
              <a:latin typeface="Helvetica Neue"/>
              <a:ea typeface="Helvetica Neue"/>
              <a:cs typeface="Helvetica Neue"/>
              <a:sym typeface="Helvetica Neue"/>
            </a:endParaRPr>
          </a:p>
        </p:txBody>
      </p:sp>
      <p:sp>
        <p:nvSpPr>
          <p:cNvPr id="37" name="Google Shape;69;p13">
            <a:extLst>
              <a:ext uri="{FF2B5EF4-FFF2-40B4-BE49-F238E27FC236}">
                <a16:creationId xmlns:a16="http://schemas.microsoft.com/office/drawing/2014/main" id="{219C9B25-2A84-DE47-9FE1-A53254ECF2D9}"/>
              </a:ext>
            </a:extLst>
          </p:cNvPr>
          <p:cNvSpPr txBox="1"/>
          <p:nvPr/>
        </p:nvSpPr>
        <p:spPr>
          <a:xfrm>
            <a:off x="10287000" y="4343400"/>
            <a:ext cx="8686800" cy="182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dirty="0">
                <a:latin typeface="Helvetica Neue"/>
                <a:ea typeface="Helvetica Neue"/>
                <a:cs typeface="Helvetica Neue"/>
                <a:sym typeface="Helvetica Neue"/>
              </a:rPr>
              <a:t>Describe your findings and explain how they address the concerns of the community partner. </a:t>
            </a:r>
            <a:endParaRPr sz="3600" dirty="0">
              <a:latin typeface="Helvetica Neue"/>
              <a:ea typeface="Helvetica Neue"/>
              <a:cs typeface="Helvetica Neue"/>
              <a:sym typeface="Helvetica Neue"/>
            </a:endParaRPr>
          </a:p>
        </p:txBody>
      </p:sp>
      <p:sp>
        <p:nvSpPr>
          <p:cNvPr id="38" name="Google Shape;71;p13">
            <a:extLst>
              <a:ext uri="{FF2B5EF4-FFF2-40B4-BE49-F238E27FC236}">
                <a16:creationId xmlns:a16="http://schemas.microsoft.com/office/drawing/2014/main" id="{BA3AB7C0-F2BF-F849-9208-73FA9198DAC3}"/>
              </a:ext>
            </a:extLst>
          </p:cNvPr>
          <p:cNvSpPr txBox="1"/>
          <p:nvPr/>
        </p:nvSpPr>
        <p:spPr>
          <a:xfrm>
            <a:off x="10287000" y="6172200"/>
            <a:ext cx="4572000" cy="22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a:latin typeface="Helvetica Neue"/>
                <a:ea typeface="Helvetica Neue"/>
                <a:cs typeface="Helvetica Neue"/>
                <a:sym typeface="Helvetica Neue"/>
              </a:rPr>
              <a:t>You should include at most 4 graphs or charts. Make sure that all your graphs </a:t>
            </a:r>
            <a:endParaRPr sz="3600">
              <a:latin typeface="Helvetica Neue"/>
              <a:ea typeface="Helvetica Neue"/>
              <a:cs typeface="Helvetica Neue"/>
              <a:sym typeface="Helvetica Neue"/>
            </a:endParaRPr>
          </a:p>
          <a:p>
            <a:pPr marL="0" lvl="0" indent="0" algn="l" rtl="0">
              <a:spcBef>
                <a:spcPts val="0"/>
              </a:spcBef>
              <a:spcAft>
                <a:spcPts val="0"/>
              </a:spcAft>
              <a:buNone/>
            </a:pPr>
            <a:endParaRPr sz="3600">
              <a:latin typeface="Helvetica Neue"/>
              <a:ea typeface="Helvetica Neue"/>
              <a:cs typeface="Helvetica Neue"/>
              <a:sym typeface="Helvetica Neue"/>
            </a:endParaRPr>
          </a:p>
        </p:txBody>
      </p:sp>
      <p:sp>
        <p:nvSpPr>
          <p:cNvPr id="39" name="Google Shape;72;p13">
            <a:extLst>
              <a:ext uri="{FF2B5EF4-FFF2-40B4-BE49-F238E27FC236}">
                <a16:creationId xmlns:a16="http://schemas.microsoft.com/office/drawing/2014/main" id="{C7A41F5F-274B-4D4D-877C-F31B378A9D0A}"/>
              </a:ext>
            </a:extLst>
          </p:cNvPr>
          <p:cNvSpPr txBox="1"/>
          <p:nvPr/>
        </p:nvSpPr>
        <p:spPr>
          <a:xfrm>
            <a:off x="10287000" y="8408325"/>
            <a:ext cx="8686800" cy="301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a:latin typeface="Helvetica Neue"/>
                <a:ea typeface="Helvetica Neue"/>
                <a:cs typeface="Helvetica Neue"/>
                <a:sym typeface="Helvetica Neue"/>
              </a:rPr>
              <a:t>contribute to one central message. Try to tell a story through your data. We recommend keeping the colors used in your graphs the same across all charts and avoiding bright/saturated colors.</a:t>
            </a:r>
            <a:endParaRPr sz="3600">
              <a:latin typeface="Helvetica Neue"/>
              <a:ea typeface="Helvetica Neue"/>
              <a:cs typeface="Helvetica Neue"/>
              <a:sym typeface="Helvetica Neue"/>
            </a:endParaRPr>
          </a:p>
          <a:p>
            <a:pPr marL="0" lvl="0" indent="0" algn="l" rtl="0">
              <a:spcBef>
                <a:spcPts val="0"/>
              </a:spcBef>
              <a:spcAft>
                <a:spcPts val="0"/>
              </a:spcAft>
              <a:buNone/>
            </a:pPr>
            <a:endParaRPr sz="3600">
              <a:latin typeface="Helvetica Neue"/>
              <a:ea typeface="Helvetica Neue"/>
              <a:cs typeface="Helvetica Neue"/>
              <a:sym typeface="Helvetica Neue"/>
            </a:endParaRPr>
          </a:p>
        </p:txBody>
      </p:sp>
      <p:sp>
        <p:nvSpPr>
          <p:cNvPr id="40" name="Google Shape;74;p13">
            <a:extLst>
              <a:ext uri="{FF2B5EF4-FFF2-40B4-BE49-F238E27FC236}">
                <a16:creationId xmlns:a16="http://schemas.microsoft.com/office/drawing/2014/main" id="{16BBEA1E-6437-9A41-BF22-05B39E4FB554}"/>
              </a:ext>
            </a:extLst>
          </p:cNvPr>
          <p:cNvSpPr/>
          <p:nvPr/>
        </p:nvSpPr>
        <p:spPr>
          <a:xfrm>
            <a:off x="14859000" y="11485722"/>
            <a:ext cx="4114500" cy="2514600"/>
          </a:xfrm>
          <a:prstGeom prst="rect">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75;p13">
            <a:extLst>
              <a:ext uri="{FF2B5EF4-FFF2-40B4-BE49-F238E27FC236}">
                <a16:creationId xmlns:a16="http://schemas.microsoft.com/office/drawing/2014/main" id="{9F5B6243-122E-354C-9D5A-128B54294440}"/>
              </a:ext>
            </a:extLst>
          </p:cNvPr>
          <p:cNvSpPr txBox="1"/>
          <p:nvPr/>
        </p:nvSpPr>
        <p:spPr>
          <a:xfrm>
            <a:off x="10287000" y="13944600"/>
            <a:ext cx="8686800" cy="182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a:latin typeface="Helvetica Neue"/>
                <a:ea typeface="Helvetica Neue"/>
                <a:cs typeface="Helvetica Neue"/>
                <a:sym typeface="Helvetica Neue"/>
              </a:rPr>
              <a:t>Be intentional as you setup your layout. We recommend breaking your text into multiple text boxes as needed.</a:t>
            </a:r>
            <a:endParaRPr sz="3600">
              <a:latin typeface="Helvetica Neue"/>
              <a:ea typeface="Helvetica Neue"/>
              <a:cs typeface="Helvetica Neue"/>
              <a:sym typeface="Helvetica Neue"/>
            </a:endParaRPr>
          </a:p>
          <a:p>
            <a:pPr marL="0" lvl="0" indent="0" algn="l" rtl="0">
              <a:spcBef>
                <a:spcPts val="0"/>
              </a:spcBef>
              <a:spcAft>
                <a:spcPts val="0"/>
              </a:spcAft>
              <a:buNone/>
            </a:pPr>
            <a:endParaRPr sz="3600">
              <a:latin typeface="Helvetica Neue"/>
              <a:ea typeface="Helvetica Neue"/>
              <a:cs typeface="Helvetica Neue"/>
              <a:sym typeface="Helvetica Neue"/>
            </a:endParaRPr>
          </a:p>
        </p:txBody>
      </p:sp>
      <p:sp>
        <p:nvSpPr>
          <p:cNvPr id="42" name="Google Shape;76;p13">
            <a:extLst>
              <a:ext uri="{FF2B5EF4-FFF2-40B4-BE49-F238E27FC236}">
                <a16:creationId xmlns:a16="http://schemas.microsoft.com/office/drawing/2014/main" id="{D642FA53-2095-6746-B464-283469420147}"/>
              </a:ext>
            </a:extLst>
          </p:cNvPr>
          <p:cNvSpPr/>
          <p:nvPr/>
        </p:nvSpPr>
        <p:spPr>
          <a:xfrm>
            <a:off x="22174350" y="3429000"/>
            <a:ext cx="4114500" cy="2514600"/>
          </a:xfrm>
          <a:prstGeom prst="rect">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77;p13">
            <a:extLst>
              <a:ext uri="{FF2B5EF4-FFF2-40B4-BE49-F238E27FC236}">
                <a16:creationId xmlns:a16="http://schemas.microsoft.com/office/drawing/2014/main" id="{CC521294-A692-F345-AD79-2D8A15446079}"/>
              </a:ext>
            </a:extLst>
          </p:cNvPr>
          <p:cNvSpPr txBox="1"/>
          <p:nvPr/>
        </p:nvSpPr>
        <p:spPr>
          <a:xfrm>
            <a:off x="19888200" y="5943600"/>
            <a:ext cx="8686800" cy="388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dirty="0">
                <a:latin typeface="Helvetica Neue"/>
                <a:ea typeface="Helvetica Neue"/>
                <a:cs typeface="Helvetica Neue"/>
                <a:sym typeface="Helvetica Neue"/>
              </a:rPr>
              <a:t>Think about the dimensions of your graphs before adding them. To save space you may want to move the title, legend, labels, etc. prior to exporting.</a:t>
            </a:r>
            <a:endParaRPr sz="3600" dirty="0">
              <a:latin typeface="Helvetica Neue"/>
              <a:ea typeface="Helvetica Neue"/>
              <a:cs typeface="Helvetica Neue"/>
              <a:sym typeface="Helvetica Neue"/>
            </a:endParaRPr>
          </a:p>
          <a:p>
            <a:pPr marL="0" lvl="0" indent="0" algn="l" rtl="0">
              <a:spcBef>
                <a:spcPts val="0"/>
              </a:spcBef>
              <a:spcAft>
                <a:spcPts val="0"/>
              </a:spcAft>
              <a:buNone/>
            </a:pPr>
            <a:r>
              <a:rPr lang="en" sz="3600" b="1" dirty="0">
                <a:latin typeface="Helvetica Neue"/>
                <a:ea typeface="Helvetica Neue"/>
                <a:cs typeface="Helvetica Neue"/>
                <a:sym typeface="Helvetica Neue"/>
              </a:rPr>
              <a:t>You can adjust the font &amp; size, but please only use easily readable fonts in size 24pt and up</a:t>
            </a:r>
            <a:endParaRPr sz="3600" b="1" dirty="0">
              <a:latin typeface="Helvetica Neue"/>
              <a:ea typeface="Helvetica Neue"/>
              <a:cs typeface="Helvetica Neue"/>
              <a:sym typeface="Helvetica Neue"/>
            </a:endParaRPr>
          </a:p>
        </p:txBody>
      </p:sp>
      <p:sp>
        <p:nvSpPr>
          <p:cNvPr id="44" name="Google Shape;74;p13">
            <a:extLst>
              <a:ext uri="{FF2B5EF4-FFF2-40B4-BE49-F238E27FC236}">
                <a16:creationId xmlns:a16="http://schemas.microsoft.com/office/drawing/2014/main" id="{061ACBDF-2CF2-9646-8764-A38AEB9C4C82}"/>
              </a:ext>
            </a:extLst>
          </p:cNvPr>
          <p:cNvSpPr/>
          <p:nvPr/>
        </p:nvSpPr>
        <p:spPr>
          <a:xfrm>
            <a:off x="10515750" y="11430000"/>
            <a:ext cx="4114500" cy="2514600"/>
          </a:xfrm>
          <a:prstGeom prst="rect">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74;p13">
            <a:extLst>
              <a:ext uri="{FF2B5EF4-FFF2-40B4-BE49-F238E27FC236}">
                <a16:creationId xmlns:a16="http://schemas.microsoft.com/office/drawing/2014/main" id="{C4692CDF-9354-C24C-8B35-795CD2FD8540}"/>
              </a:ext>
            </a:extLst>
          </p:cNvPr>
          <p:cNvSpPr/>
          <p:nvPr/>
        </p:nvSpPr>
        <p:spPr>
          <a:xfrm>
            <a:off x="14630625" y="5742147"/>
            <a:ext cx="4114500" cy="2514600"/>
          </a:xfrm>
          <a:prstGeom prst="rect">
            <a:avLst/>
          </a:prstGeom>
          <a:solidFill>
            <a:srgbClr val="B7B7B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42EA8C972DF0428D9BF2D3EE5B47C9" ma:contentTypeVersion="14" ma:contentTypeDescription="Create a new document." ma:contentTypeScope="" ma:versionID="362d8029c541d82e383bc9b7141cd79c">
  <xsd:schema xmlns:xsd="http://www.w3.org/2001/XMLSchema" xmlns:xs="http://www.w3.org/2001/XMLSchema" xmlns:p="http://schemas.microsoft.com/office/2006/metadata/properties" xmlns:ns2="d09fade3-7ae3-4c16-95c6-44be66091293" xmlns:ns3="fac34b18-9f34-48f9-ae20-e50aab687cd3" targetNamespace="http://schemas.microsoft.com/office/2006/metadata/properties" ma:root="true" ma:fieldsID="5dfcefd6c56a26a82b6032b5799e9163" ns2:_="" ns3:_="">
    <xsd:import namespace="d09fade3-7ae3-4c16-95c6-44be66091293"/>
    <xsd:import namespace="fac34b18-9f34-48f9-ae20-e50aab687cd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9fade3-7ae3-4c16-95c6-44be660912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5c2c5899-478d-4689-af14-80570c5f1ccc"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ac34b18-9f34-48f9-ae20-e50aab687cd3"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95788537-dc54-4f2b-8045-8533c49c440d}" ma:internalName="TaxCatchAll" ma:showField="CatchAllData" ma:web="fac34b18-9f34-48f9-ae20-e50aab687cd3">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09fade3-7ae3-4c16-95c6-44be66091293">
      <Terms xmlns="http://schemas.microsoft.com/office/infopath/2007/PartnerControls"/>
    </lcf76f155ced4ddcb4097134ff3c332f>
    <TaxCatchAll xmlns="fac34b18-9f34-48f9-ae20-e50aab687cd3" xsi:nil="true"/>
  </documentManagement>
</p:properties>
</file>

<file path=customXml/itemProps1.xml><?xml version="1.0" encoding="utf-8"?>
<ds:datastoreItem xmlns:ds="http://schemas.openxmlformats.org/officeDocument/2006/customXml" ds:itemID="{0AE8DD8A-840F-4B27-BE45-97490C232429}"/>
</file>

<file path=customXml/itemProps2.xml><?xml version="1.0" encoding="utf-8"?>
<ds:datastoreItem xmlns:ds="http://schemas.openxmlformats.org/officeDocument/2006/customXml" ds:itemID="{55DA1141-F048-43BB-9B88-17E7514C5D3C}"/>
</file>

<file path=customXml/itemProps3.xml><?xml version="1.0" encoding="utf-8"?>
<ds:datastoreItem xmlns:ds="http://schemas.openxmlformats.org/officeDocument/2006/customXml" ds:itemID="{28612BE7-F2BD-4DBB-A430-8B68D80B4BC3}"/>
</file>

<file path=docProps/app.xml><?xml version="1.0" encoding="utf-8"?>
<Properties xmlns="http://schemas.openxmlformats.org/officeDocument/2006/extended-properties" xmlns:vt="http://schemas.openxmlformats.org/officeDocument/2006/docPropsVTypes">
  <TotalTime>61</TotalTime>
  <Words>328</Words>
  <Application>Microsoft Macintosh PowerPoint</Application>
  <PresentationFormat>Custom</PresentationFormat>
  <Paragraphs>15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Helvetica Neue</vt:lpstr>
      <vt:lpstr>Arial</vt:lpstr>
      <vt:lpstr>Outfit SemiBold</vt:lpstr>
      <vt:lpstr>Outfit</vt:lpstr>
      <vt:lpstr>Simple Light</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kayla curry</cp:lastModifiedBy>
  <cp:revision>8</cp:revision>
  <dcterms:modified xsi:type="dcterms:W3CDTF">2024-04-23T18:46:41Z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0x010100D842EA8C972DF0428D9BF2D3EE5B47C9</vt:lpwstr>
  </property>
</Properties>
</file>